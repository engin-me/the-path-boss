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tr-T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33" d="100"/>
          <a:sy n="33" d="100"/>
        </p:scale>
        <p:origin x="2606" y="99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Başlık Slaydı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C8979BB-DB4F-7286-3327-76AC080BC3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Alt Başlık 2">
            <a:extLst>
              <a:ext uri="{FF2B5EF4-FFF2-40B4-BE49-F238E27FC236}">
                <a16:creationId xmlns:a16="http://schemas.microsoft.com/office/drawing/2014/main" id="{73290B2E-188D-6121-56BB-342E189B89B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tr-TR"/>
              <a:t>Asıl alt başlık stilini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50D2E30C-A695-33B7-5B92-B11C5FAAE8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6357ABFA-8865-098F-792F-9B9313AF2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01C6CD4-3496-1C95-61C0-5AA9726958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459661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aşlık ve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9D62158D-8C3E-BDD5-5AFF-0A3E1EF157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782242A2-4C43-AA52-4194-02C9928610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49A2F50-7B64-1787-9BF2-39B52E9932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08D05DDA-04B4-E6BC-C5E8-92A51B1F6A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6ECE8857-A82B-0DF5-F2A1-96CE4EE896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5104976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Bölüm Üst Bilgis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04EBAE88-80EB-975D-CCEB-4BB1A5FE5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E80E9A12-1EE7-516E-A6DC-F954CC6B3E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325CE9B-EA52-FCF4-545B-892156C790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97CD1794-4E70-9CEF-0392-876C7A1573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EF42D561-F77D-341C-EF63-54CFF87BCC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7855162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İki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AEAB36B-0D6B-A5D0-6037-56C884A46B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EF03C972-49FE-E8EA-6B08-F72BCD36B85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ADF924A-438A-8F7D-DE41-EBF8A31779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060EEB1-FCEB-DAB3-890E-8D79C7BB31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E283C927-25CD-AABE-ABEB-9DDDA5CDBD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87CD8924-4F98-A81F-5A18-0511E6E665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5416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Karşılaştırm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14BB68BA-E527-5522-3335-DEF4E77B96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4A516FAB-2A41-3F44-2246-16FA67E069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4" name="İçerik Yer Tutucusu 3">
            <a:extLst>
              <a:ext uri="{FF2B5EF4-FFF2-40B4-BE49-F238E27FC236}">
                <a16:creationId xmlns:a16="http://schemas.microsoft.com/office/drawing/2014/main" id="{960B0AEB-A8F2-48D0-1F68-A3C9B48F73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5" name="Metin Yer Tutucusu 4">
            <a:extLst>
              <a:ext uri="{FF2B5EF4-FFF2-40B4-BE49-F238E27FC236}">
                <a16:creationId xmlns:a16="http://schemas.microsoft.com/office/drawing/2014/main" id="{F81C8AE0-09E2-0D8A-E0A1-E8B0061C52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6" name="İçerik Yer Tutucusu 5">
            <a:extLst>
              <a:ext uri="{FF2B5EF4-FFF2-40B4-BE49-F238E27FC236}">
                <a16:creationId xmlns:a16="http://schemas.microsoft.com/office/drawing/2014/main" id="{A965C423-4E7E-3C27-818A-0247CF11EB9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7" name="Veri Yer Tutucusu 6">
            <a:extLst>
              <a:ext uri="{FF2B5EF4-FFF2-40B4-BE49-F238E27FC236}">
                <a16:creationId xmlns:a16="http://schemas.microsoft.com/office/drawing/2014/main" id="{421F28D7-AA03-5FE8-72B8-C02C433C03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8" name="Alt Bilgi Yer Tutucusu 7">
            <a:extLst>
              <a:ext uri="{FF2B5EF4-FFF2-40B4-BE49-F238E27FC236}">
                <a16:creationId xmlns:a16="http://schemas.microsoft.com/office/drawing/2014/main" id="{F52E181C-3DAD-1EFB-2C5D-C8E79BEC7D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9" name="Slayt Numarası Yer Tutucusu 8">
            <a:extLst>
              <a:ext uri="{FF2B5EF4-FFF2-40B4-BE49-F238E27FC236}">
                <a16:creationId xmlns:a16="http://schemas.microsoft.com/office/drawing/2014/main" id="{1D567634-05A4-2FA6-8980-B2666ABFF2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688192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Yalnızca Başlı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AC19AB85-8601-A190-C1CF-6B6DCCD2C9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Veri Yer Tutucusu 2">
            <a:extLst>
              <a:ext uri="{FF2B5EF4-FFF2-40B4-BE49-F238E27FC236}">
                <a16:creationId xmlns:a16="http://schemas.microsoft.com/office/drawing/2014/main" id="{2B9A8250-70B2-DDC5-530C-77651DFBEB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4" name="Alt Bilgi Yer Tutucusu 3">
            <a:extLst>
              <a:ext uri="{FF2B5EF4-FFF2-40B4-BE49-F238E27FC236}">
                <a16:creationId xmlns:a16="http://schemas.microsoft.com/office/drawing/2014/main" id="{64877028-2838-AA4A-226E-3A3CF4F41A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5" name="Slayt Numarası Yer Tutucusu 4">
            <a:extLst>
              <a:ext uri="{FF2B5EF4-FFF2-40B4-BE49-F238E27FC236}">
                <a16:creationId xmlns:a16="http://schemas.microsoft.com/office/drawing/2014/main" id="{EFDC9F8E-5EF3-C59F-C9AF-F93B58CEE8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693522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o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i Yer Tutucusu 1">
            <a:extLst>
              <a:ext uri="{FF2B5EF4-FFF2-40B4-BE49-F238E27FC236}">
                <a16:creationId xmlns:a16="http://schemas.microsoft.com/office/drawing/2014/main" id="{9BE33B89-A5A2-A4F2-CF90-BD9A1F706F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3" name="Alt Bilgi Yer Tutucusu 2">
            <a:extLst>
              <a:ext uri="{FF2B5EF4-FFF2-40B4-BE49-F238E27FC236}">
                <a16:creationId xmlns:a16="http://schemas.microsoft.com/office/drawing/2014/main" id="{ADB9E21E-BA42-36F0-BF76-1106E9CADC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4" name="Slayt Numarası Yer Tutucusu 3">
            <a:extLst>
              <a:ext uri="{FF2B5EF4-FFF2-40B4-BE49-F238E27FC236}">
                <a16:creationId xmlns:a16="http://schemas.microsoft.com/office/drawing/2014/main" id="{1AE3E317-C8A6-4360-3987-CB6E4819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9886397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Başlıklı İçeri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EDE83069-7AEB-1541-631C-8B7B43FFDE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İçerik Yer Tutucusu 2">
            <a:extLst>
              <a:ext uri="{FF2B5EF4-FFF2-40B4-BE49-F238E27FC236}">
                <a16:creationId xmlns:a16="http://schemas.microsoft.com/office/drawing/2014/main" id="{6BF92DC7-B152-C8DA-4E6A-BF4C7CDDFD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4B2832E6-BD6F-759F-53BF-44DE4FF26A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6211AB5B-D571-3157-1C46-3411C47254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62979C94-619D-AAF8-07D8-1BAE35AE06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738C2658-80EE-E759-55F1-4811134531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1244603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aşlıklı Resi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D438D328-14C9-D585-7C5D-95AF282C74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Resim Yer Tutucusu 2">
            <a:extLst>
              <a:ext uri="{FF2B5EF4-FFF2-40B4-BE49-F238E27FC236}">
                <a16:creationId xmlns:a16="http://schemas.microsoft.com/office/drawing/2014/main" id="{DF2671AB-AB0A-8456-7EC1-1CB2A9F8B5A1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r-TR"/>
          </a:p>
        </p:txBody>
      </p:sp>
      <p:sp>
        <p:nvSpPr>
          <p:cNvPr id="4" name="Metin Yer Tutucusu 3">
            <a:extLst>
              <a:ext uri="{FF2B5EF4-FFF2-40B4-BE49-F238E27FC236}">
                <a16:creationId xmlns:a16="http://schemas.microsoft.com/office/drawing/2014/main" id="{3CF070F8-8682-3E8B-DF13-FD3D1BEA89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tr-TR"/>
              <a:t>Asıl metin stillerini düzenlemek için tıklayın</a:t>
            </a:r>
          </a:p>
        </p:txBody>
      </p:sp>
      <p:sp>
        <p:nvSpPr>
          <p:cNvPr id="5" name="Veri Yer Tutucusu 4">
            <a:extLst>
              <a:ext uri="{FF2B5EF4-FFF2-40B4-BE49-F238E27FC236}">
                <a16:creationId xmlns:a16="http://schemas.microsoft.com/office/drawing/2014/main" id="{2A4B9C8C-8810-FFC0-4246-3681C2427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6" name="Alt Bilgi Yer Tutucusu 5">
            <a:extLst>
              <a:ext uri="{FF2B5EF4-FFF2-40B4-BE49-F238E27FC236}">
                <a16:creationId xmlns:a16="http://schemas.microsoft.com/office/drawing/2014/main" id="{DFED08E4-5AE1-9211-4EC8-ACD6019840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7" name="Slayt Numarası Yer Tutucusu 6">
            <a:extLst>
              <a:ext uri="{FF2B5EF4-FFF2-40B4-BE49-F238E27FC236}">
                <a16:creationId xmlns:a16="http://schemas.microsoft.com/office/drawing/2014/main" id="{F50F5FF3-94D8-0DF6-6ADD-6F4D9318173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13984960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Başlık ve Dikey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1">
            <a:extLst>
              <a:ext uri="{FF2B5EF4-FFF2-40B4-BE49-F238E27FC236}">
                <a16:creationId xmlns:a16="http://schemas.microsoft.com/office/drawing/2014/main" id="{7872153C-6E78-FB39-A27F-944F727EC6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87890C53-0F8E-726F-9B61-4F1C545C65B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AD4D74A8-FAB6-AFF5-1FCC-3534082BCE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15AFBC0E-794F-A010-DC37-A40C13FF26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0C2C3667-14C7-AA2B-5C0D-7BC389EEC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40229484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Dikey Başlık ve Meti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ikey Başlık 1">
            <a:extLst>
              <a:ext uri="{FF2B5EF4-FFF2-40B4-BE49-F238E27FC236}">
                <a16:creationId xmlns:a16="http://schemas.microsoft.com/office/drawing/2014/main" id="{0CF9E8C1-F0E9-C7A5-5B63-6B8CF960A2D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Dikey Metin Yer Tutucusu 2">
            <a:extLst>
              <a:ext uri="{FF2B5EF4-FFF2-40B4-BE49-F238E27FC236}">
                <a16:creationId xmlns:a16="http://schemas.microsoft.com/office/drawing/2014/main" id="{478D868D-D8E1-EBA9-665D-29C56E6591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8D026AFB-6FD7-0965-A2DD-AB823E7DB6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59923C28-6B53-615B-5A26-7CD0D8DCD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C525D03B-6171-DFCC-3257-7A20209F4D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85952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aşlık Yer Tutucusu 1">
            <a:extLst>
              <a:ext uri="{FF2B5EF4-FFF2-40B4-BE49-F238E27FC236}">
                <a16:creationId xmlns:a16="http://schemas.microsoft.com/office/drawing/2014/main" id="{013C6F8C-6900-BB44-0A57-311BD0377F4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tr-TR"/>
              <a:t>Asıl başlık stilini düzenlemek için tıklayın</a:t>
            </a:r>
          </a:p>
        </p:txBody>
      </p:sp>
      <p:sp>
        <p:nvSpPr>
          <p:cNvPr id="3" name="Metin Yer Tutucusu 2">
            <a:extLst>
              <a:ext uri="{FF2B5EF4-FFF2-40B4-BE49-F238E27FC236}">
                <a16:creationId xmlns:a16="http://schemas.microsoft.com/office/drawing/2014/main" id="{640936E9-FD90-E0AA-2A8E-930698B61E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tr-TR"/>
              <a:t>Asıl metin stillerini düzenlemek için tıklayın</a:t>
            </a:r>
          </a:p>
          <a:p>
            <a:pPr lvl="1"/>
            <a:r>
              <a:rPr lang="tr-TR"/>
              <a:t>İkinci düzey</a:t>
            </a:r>
          </a:p>
          <a:p>
            <a:pPr lvl="2"/>
            <a:r>
              <a:rPr lang="tr-TR"/>
              <a:t>Üçüncü düzey</a:t>
            </a:r>
          </a:p>
          <a:p>
            <a:pPr lvl="3"/>
            <a:r>
              <a:rPr lang="tr-TR"/>
              <a:t>Dördüncü düzey</a:t>
            </a:r>
          </a:p>
          <a:p>
            <a:pPr lvl="4"/>
            <a:r>
              <a:rPr lang="tr-TR"/>
              <a:t>Beşinci düzey</a:t>
            </a:r>
          </a:p>
        </p:txBody>
      </p:sp>
      <p:sp>
        <p:nvSpPr>
          <p:cNvPr id="4" name="Veri Yer Tutucusu 3">
            <a:extLst>
              <a:ext uri="{FF2B5EF4-FFF2-40B4-BE49-F238E27FC236}">
                <a16:creationId xmlns:a16="http://schemas.microsoft.com/office/drawing/2014/main" id="{6A490FA5-9BFA-CABA-4BA2-70DD5B26144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33AF6F-C36A-4CA6-9FC6-75FC58A39B78}" type="datetimeFigureOut">
              <a:rPr lang="tr-TR" smtClean="0"/>
              <a:t>6.10.2026</a:t>
            </a:fld>
            <a:endParaRPr lang="tr-TR"/>
          </a:p>
        </p:txBody>
      </p:sp>
      <p:sp>
        <p:nvSpPr>
          <p:cNvPr id="5" name="Alt Bilgi Yer Tutucusu 4">
            <a:extLst>
              <a:ext uri="{FF2B5EF4-FFF2-40B4-BE49-F238E27FC236}">
                <a16:creationId xmlns:a16="http://schemas.microsoft.com/office/drawing/2014/main" id="{34AE7109-6E17-9A15-2728-C4F325711EB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tr-TR"/>
          </a:p>
        </p:txBody>
      </p:sp>
      <p:sp>
        <p:nvSpPr>
          <p:cNvPr id="6" name="Slayt Numarası Yer Tutucusu 5">
            <a:extLst>
              <a:ext uri="{FF2B5EF4-FFF2-40B4-BE49-F238E27FC236}">
                <a16:creationId xmlns:a16="http://schemas.microsoft.com/office/drawing/2014/main" id="{BC7EEA3A-A5E8-F432-4D38-F01934DD83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43FE8B5-E444-4D71-B162-EC62A7762E21}" type="slidenum">
              <a:rPr lang="tr-TR" smtClean="0"/>
              <a:t>‹#›</a:t>
            </a:fld>
            <a:endParaRPr lang="tr-TR"/>
          </a:p>
        </p:txBody>
      </p:sp>
    </p:spTree>
    <p:extLst>
      <p:ext uri="{BB962C8B-B14F-4D97-AF65-F5344CB8AC3E}">
        <p14:creationId xmlns:p14="http://schemas.microsoft.com/office/powerpoint/2010/main" val="213583078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r-T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svg"/><Relationship Id="rId18" Type="http://schemas.openxmlformats.org/officeDocument/2006/relationships/image" Target="../media/image17.png"/><Relationship Id="rId26" Type="http://schemas.openxmlformats.org/officeDocument/2006/relationships/image" Target="../media/image25.svg"/><Relationship Id="rId3" Type="http://schemas.openxmlformats.org/officeDocument/2006/relationships/image" Target="../media/image2.svg"/><Relationship Id="rId21" Type="http://schemas.openxmlformats.org/officeDocument/2006/relationships/image" Target="../media/image20.png"/><Relationship Id="rId34" Type="http://schemas.openxmlformats.org/officeDocument/2006/relationships/image" Target="../media/image33.svg"/><Relationship Id="rId7" Type="http://schemas.openxmlformats.org/officeDocument/2006/relationships/image" Target="../media/image6.svg"/><Relationship Id="rId12" Type="http://schemas.openxmlformats.org/officeDocument/2006/relationships/image" Target="../media/image11.svg"/><Relationship Id="rId17" Type="http://schemas.openxmlformats.org/officeDocument/2006/relationships/image" Target="../media/image16.png"/><Relationship Id="rId25" Type="http://schemas.openxmlformats.org/officeDocument/2006/relationships/image" Target="../media/image24.svg"/><Relationship Id="rId33" Type="http://schemas.openxmlformats.org/officeDocument/2006/relationships/image" Target="../media/image32.svg"/><Relationship Id="rId2" Type="http://schemas.openxmlformats.org/officeDocument/2006/relationships/image" Target="../media/image1.svg"/><Relationship Id="rId16" Type="http://schemas.openxmlformats.org/officeDocument/2006/relationships/image" Target="../media/image15.png"/><Relationship Id="rId20" Type="http://schemas.openxmlformats.org/officeDocument/2006/relationships/image" Target="../media/image19.svg"/><Relationship Id="rId29" Type="http://schemas.openxmlformats.org/officeDocument/2006/relationships/image" Target="../media/image28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11" Type="http://schemas.openxmlformats.org/officeDocument/2006/relationships/image" Target="../media/image10.svg"/><Relationship Id="rId24" Type="http://schemas.openxmlformats.org/officeDocument/2006/relationships/image" Target="../media/image23.svg"/><Relationship Id="rId32" Type="http://schemas.openxmlformats.org/officeDocument/2006/relationships/image" Target="../media/image31.jpg"/><Relationship Id="rId5" Type="http://schemas.openxmlformats.org/officeDocument/2006/relationships/image" Target="../media/image4.svg"/><Relationship Id="rId15" Type="http://schemas.openxmlformats.org/officeDocument/2006/relationships/image" Target="../media/image14.svg"/><Relationship Id="rId23" Type="http://schemas.openxmlformats.org/officeDocument/2006/relationships/image" Target="../media/image22.svg"/><Relationship Id="rId28" Type="http://schemas.openxmlformats.org/officeDocument/2006/relationships/image" Target="../media/image27.svg"/><Relationship Id="rId36" Type="http://schemas.openxmlformats.org/officeDocument/2006/relationships/image" Target="../media/image35.svg"/><Relationship Id="rId10" Type="http://schemas.openxmlformats.org/officeDocument/2006/relationships/image" Target="../media/image9.svg"/><Relationship Id="rId19" Type="http://schemas.openxmlformats.org/officeDocument/2006/relationships/image" Target="../media/image18.png"/><Relationship Id="rId31" Type="http://schemas.openxmlformats.org/officeDocument/2006/relationships/image" Target="../media/image30.svg"/><Relationship Id="rId4" Type="http://schemas.openxmlformats.org/officeDocument/2006/relationships/image" Target="../media/image3.svg"/><Relationship Id="rId9" Type="http://schemas.openxmlformats.org/officeDocument/2006/relationships/image" Target="../media/image8.svg"/><Relationship Id="rId14" Type="http://schemas.openxmlformats.org/officeDocument/2006/relationships/image" Target="../media/image13.png"/><Relationship Id="rId22" Type="http://schemas.openxmlformats.org/officeDocument/2006/relationships/image" Target="../media/image21.svg"/><Relationship Id="rId27" Type="http://schemas.openxmlformats.org/officeDocument/2006/relationships/image" Target="../media/image26.svg"/><Relationship Id="rId30" Type="http://schemas.openxmlformats.org/officeDocument/2006/relationships/image" Target="../media/image29.svg"/><Relationship Id="rId35" Type="http://schemas.openxmlformats.org/officeDocument/2006/relationships/image" Target="../media/image34.svg"/><Relationship Id="rId8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Dikdörtgen 214">
            <a:extLst>
              <a:ext uri="{FF2B5EF4-FFF2-40B4-BE49-F238E27FC236}">
                <a16:creationId xmlns:a16="http://schemas.microsoft.com/office/drawing/2014/main" id="{6DF8E314-7562-5CED-75C2-1CAB228C0506}"/>
              </a:ext>
            </a:extLst>
          </p:cNvPr>
          <p:cNvSpPr>
            <a:spLocks/>
          </p:cNvSpPr>
          <p:nvPr/>
        </p:nvSpPr>
        <p:spPr>
          <a:xfrm>
            <a:off x="214423" y="-853439"/>
            <a:ext cx="5990400" cy="25122362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6" name="Dikdörtgen: Köşeleri Yuvarlatılmış 215">
            <a:extLst>
              <a:ext uri="{FF2B5EF4-FFF2-40B4-BE49-F238E27FC236}">
                <a16:creationId xmlns:a16="http://schemas.microsoft.com/office/drawing/2014/main" id="{0783193D-B710-A571-A476-B478EF8F45D3}"/>
              </a:ext>
            </a:extLst>
          </p:cNvPr>
          <p:cNvSpPr/>
          <p:nvPr/>
        </p:nvSpPr>
        <p:spPr>
          <a:xfrm>
            <a:off x="348359" y="-707700"/>
            <a:ext cx="5734491" cy="3011294"/>
          </a:xfrm>
          <a:prstGeom prst="roundRect">
            <a:avLst>
              <a:gd name="adj" fmla="val 8099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17" name="Grafik 216">
            <a:extLst>
              <a:ext uri="{FF2B5EF4-FFF2-40B4-BE49-F238E27FC236}">
                <a16:creationId xmlns:a16="http://schemas.microsoft.com/office/drawing/2014/main" id="{6DBFE0F9-C116-1172-3EBD-68559D8B063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5138" y="-679192"/>
            <a:ext cx="360000" cy="360000"/>
          </a:xfrm>
          <a:prstGeom prst="rect">
            <a:avLst/>
          </a:prstGeom>
        </p:spPr>
      </p:pic>
      <p:sp>
        <p:nvSpPr>
          <p:cNvPr id="218" name="Dikdörtgen 217">
            <a:extLst>
              <a:ext uri="{FF2B5EF4-FFF2-40B4-BE49-F238E27FC236}">
                <a16:creationId xmlns:a16="http://schemas.microsoft.com/office/drawing/2014/main" id="{3DB7C64B-A5EA-2064-15B8-5836871A9C24}"/>
              </a:ext>
            </a:extLst>
          </p:cNvPr>
          <p:cNvSpPr/>
          <p:nvPr/>
        </p:nvSpPr>
        <p:spPr>
          <a:xfrm>
            <a:off x="-12126157" y="-5360696"/>
            <a:ext cx="360000" cy="360000"/>
          </a:xfrm>
          <a:prstGeom prst="rect">
            <a:avLst/>
          </a:prstGeom>
          <a:solidFill>
            <a:srgbClr val="101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19" name="Dikdörtgen 218">
            <a:extLst>
              <a:ext uri="{FF2B5EF4-FFF2-40B4-BE49-F238E27FC236}">
                <a16:creationId xmlns:a16="http://schemas.microsoft.com/office/drawing/2014/main" id="{EF7AF93B-3D0A-3E07-B257-191B49411EF0}"/>
              </a:ext>
            </a:extLst>
          </p:cNvPr>
          <p:cNvSpPr>
            <a:spLocks/>
          </p:cNvSpPr>
          <p:nvPr/>
        </p:nvSpPr>
        <p:spPr>
          <a:xfrm>
            <a:off x="214423" y="-1494315"/>
            <a:ext cx="5990400" cy="640691"/>
          </a:xfrm>
          <a:prstGeom prst="rect">
            <a:avLst/>
          </a:prstGeom>
          <a:solidFill>
            <a:srgbClr val="0F172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20" name="Grafik 219">
            <a:extLst>
              <a:ext uri="{FF2B5EF4-FFF2-40B4-BE49-F238E27FC236}">
                <a16:creationId xmlns:a16="http://schemas.microsoft.com/office/drawing/2014/main" id="{B3D699DC-041C-3AE0-D66C-AC714A8435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4313" t="4313" r="4169" b="4539"/>
          <a:stretch>
            <a:fillRect/>
          </a:stretch>
        </p:blipFill>
        <p:spPr>
          <a:xfrm>
            <a:off x="5150820" y="-1382966"/>
            <a:ext cx="433755" cy="432000"/>
          </a:xfrm>
          <a:prstGeom prst="rect">
            <a:avLst/>
          </a:prstGeom>
        </p:spPr>
      </p:pic>
      <p:pic>
        <p:nvPicPr>
          <p:cNvPr id="221" name="Grafik 220">
            <a:extLst>
              <a:ext uri="{FF2B5EF4-FFF2-40B4-BE49-F238E27FC236}">
                <a16:creationId xmlns:a16="http://schemas.microsoft.com/office/drawing/2014/main" id="{DA913E89-3F26-285F-7B2F-F74F8154F4C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 l="4515" t="3950" r="4069" b="3934"/>
          <a:stretch>
            <a:fillRect/>
          </a:stretch>
        </p:blipFill>
        <p:spPr>
          <a:xfrm>
            <a:off x="4028094" y="-1382966"/>
            <a:ext cx="428714" cy="432000"/>
          </a:xfrm>
          <a:prstGeom prst="rect">
            <a:avLst/>
          </a:prstGeom>
        </p:spPr>
      </p:pic>
      <p:pic>
        <p:nvPicPr>
          <p:cNvPr id="222" name="Grafik 221">
            <a:extLst>
              <a:ext uri="{FF2B5EF4-FFF2-40B4-BE49-F238E27FC236}">
                <a16:creationId xmlns:a16="http://schemas.microsoft.com/office/drawing/2014/main" id="{AC1D81BD-8A35-B4F6-BC53-AF23BACB9F8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587814" y="-1382966"/>
            <a:ext cx="432000" cy="432000"/>
          </a:xfrm>
          <a:prstGeom prst="rect">
            <a:avLst/>
          </a:prstGeom>
        </p:spPr>
      </p:pic>
      <p:pic>
        <p:nvPicPr>
          <p:cNvPr id="223" name="Grafik 222">
            <a:extLst>
              <a:ext uri="{FF2B5EF4-FFF2-40B4-BE49-F238E27FC236}">
                <a16:creationId xmlns:a16="http://schemas.microsoft.com/office/drawing/2014/main" id="{471C7983-3382-2844-10E3-039D404718B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715581" y="-1382966"/>
            <a:ext cx="433957" cy="432000"/>
          </a:xfrm>
          <a:prstGeom prst="rect">
            <a:avLst/>
          </a:prstGeom>
        </p:spPr>
      </p:pic>
      <p:sp>
        <p:nvSpPr>
          <p:cNvPr id="224" name="Dikdörtgen: Köşeleri Yuvarlatılmış 223">
            <a:extLst>
              <a:ext uri="{FF2B5EF4-FFF2-40B4-BE49-F238E27FC236}">
                <a16:creationId xmlns:a16="http://schemas.microsoft.com/office/drawing/2014/main" id="{9185EDD1-7A1A-B622-E22A-4D47B5DBFCCB}"/>
              </a:ext>
            </a:extLst>
          </p:cNvPr>
          <p:cNvSpPr/>
          <p:nvPr/>
        </p:nvSpPr>
        <p:spPr>
          <a:xfrm>
            <a:off x="1279684" y="-1256966"/>
            <a:ext cx="2520000" cy="1800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5" name="Dikdörtgen: Köşeleri Yuvarlatılmış 224">
            <a:extLst>
              <a:ext uri="{FF2B5EF4-FFF2-40B4-BE49-F238E27FC236}">
                <a16:creationId xmlns:a16="http://schemas.microsoft.com/office/drawing/2014/main" id="{16B7FE34-497B-79E1-1C7A-2FCCFDCAAD8F}"/>
              </a:ext>
            </a:extLst>
          </p:cNvPr>
          <p:cNvSpPr/>
          <p:nvPr/>
        </p:nvSpPr>
        <p:spPr>
          <a:xfrm>
            <a:off x="1294923" y="-1238966"/>
            <a:ext cx="1800000" cy="144000"/>
          </a:xfrm>
          <a:prstGeom prst="roundRect">
            <a:avLst>
              <a:gd name="adj" fmla="val 50000"/>
            </a:avLst>
          </a:prstGeom>
          <a:solidFill>
            <a:srgbClr val="E7B75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26" name="Metin kutusu 225">
            <a:extLst>
              <a:ext uri="{FF2B5EF4-FFF2-40B4-BE49-F238E27FC236}">
                <a16:creationId xmlns:a16="http://schemas.microsoft.com/office/drawing/2014/main" id="{D913C367-6BCF-7598-D605-7D92F66C31A7}"/>
              </a:ext>
            </a:extLst>
          </p:cNvPr>
          <p:cNvSpPr txBox="1"/>
          <p:nvPr/>
        </p:nvSpPr>
        <p:spPr>
          <a:xfrm>
            <a:off x="288129" y="-1297771"/>
            <a:ext cx="912429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latin typeface="IBM Plex Sans" panose="020B0503050203000203" pitchFamily="34" charset="0"/>
              </a:rPr>
              <a:t>Gün: 20/30</a:t>
            </a:r>
          </a:p>
        </p:txBody>
      </p:sp>
      <p:sp>
        <p:nvSpPr>
          <p:cNvPr id="227" name="Dikdörtgen 226">
            <a:extLst>
              <a:ext uri="{FF2B5EF4-FFF2-40B4-BE49-F238E27FC236}">
                <a16:creationId xmlns:a16="http://schemas.microsoft.com/office/drawing/2014/main" id="{E9411AFB-47CD-FAF0-E740-6776CC97E37A}"/>
              </a:ext>
            </a:extLst>
          </p:cNvPr>
          <p:cNvSpPr/>
          <p:nvPr/>
        </p:nvSpPr>
        <p:spPr>
          <a:xfrm>
            <a:off x="214423" y="-2161485"/>
            <a:ext cx="5985220" cy="667572"/>
          </a:xfrm>
          <a:prstGeom prst="rect">
            <a:avLst/>
          </a:prstGeom>
          <a:solidFill>
            <a:srgbClr val="101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28" name="Grafik 227">
            <a:extLst>
              <a:ext uri="{FF2B5EF4-FFF2-40B4-BE49-F238E27FC236}">
                <a16:creationId xmlns:a16="http://schemas.microsoft.com/office/drawing/2014/main" id="{7FA0A8FF-0EFE-1314-5BD3-811EC92ADE5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705707" y="-2007699"/>
            <a:ext cx="360000" cy="360000"/>
          </a:xfrm>
          <a:prstGeom prst="rect">
            <a:avLst/>
          </a:prstGeom>
        </p:spPr>
      </p:pic>
      <p:pic>
        <p:nvPicPr>
          <p:cNvPr id="229" name="Grafik 228">
            <a:extLst>
              <a:ext uri="{FF2B5EF4-FFF2-40B4-BE49-F238E27FC236}">
                <a16:creationId xmlns:a16="http://schemas.microsoft.com/office/drawing/2014/main" id="{91167C58-2F37-9968-252C-504CCB1134E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183827" y="-2007699"/>
            <a:ext cx="360000" cy="360000"/>
          </a:xfrm>
          <a:prstGeom prst="rect">
            <a:avLst/>
          </a:prstGeom>
        </p:spPr>
      </p:pic>
      <p:sp>
        <p:nvSpPr>
          <p:cNvPr id="230" name="Metin kutusu 229">
            <a:extLst>
              <a:ext uri="{FF2B5EF4-FFF2-40B4-BE49-F238E27FC236}">
                <a16:creationId xmlns:a16="http://schemas.microsoft.com/office/drawing/2014/main" id="{A139F3CF-1696-1624-E3AD-8AB38FFA61DE}"/>
              </a:ext>
            </a:extLst>
          </p:cNvPr>
          <p:cNvSpPr txBox="1"/>
          <p:nvPr/>
        </p:nvSpPr>
        <p:spPr>
          <a:xfrm>
            <a:off x="282949" y="-2012365"/>
            <a:ext cx="113204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dirty="0">
                <a:solidFill>
                  <a:srgbClr val="2FD17B"/>
                </a:solidFill>
                <a:latin typeface="IBM Plex Sans SemiBold" panose="020B0503050203000203" pitchFamily="34" charset="0"/>
              </a:rPr>
              <a:t>$ 30.000</a:t>
            </a:r>
          </a:p>
        </p:txBody>
      </p:sp>
      <p:sp>
        <p:nvSpPr>
          <p:cNvPr id="231" name="Metin kutusu 230">
            <a:extLst>
              <a:ext uri="{FF2B5EF4-FFF2-40B4-BE49-F238E27FC236}">
                <a16:creationId xmlns:a16="http://schemas.microsoft.com/office/drawing/2014/main" id="{B7663DB0-3477-6F8E-1442-F3A312A2AFE5}"/>
              </a:ext>
            </a:extLst>
          </p:cNvPr>
          <p:cNvSpPr txBox="1"/>
          <p:nvPr/>
        </p:nvSpPr>
        <p:spPr>
          <a:xfrm>
            <a:off x="1342056" y="-1958504"/>
            <a:ext cx="85632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1100" dirty="0">
                <a:solidFill>
                  <a:srgbClr val="98A7B6"/>
                </a:solidFill>
                <a:latin typeface="IBM Plex Sans Medium" panose="020B0503050203000203" pitchFamily="34" charset="0"/>
              </a:rPr>
              <a:t>Mart 2027</a:t>
            </a:r>
          </a:p>
        </p:txBody>
      </p:sp>
      <p:sp>
        <p:nvSpPr>
          <p:cNvPr id="232" name="Metin kutusu 231">
            <a:extLst>
              <a:ext uri="{FF2B5EF4-FFF2-40B4-BE49-F238E27FC236}">
                <a16:creationId xmlns:a16="http://schemas.microsoft.com/office/drawing/2014/main" id="{F9203B76-B6FE-3A43-9B3D-714B76DD69F6}"/>
              </a:ext>
            </a:extLst>
          </p:cNvPr>
          <p:cNvSpPr txBox="1"/>
          <p:nvPr/>
        </p:nvSpPr>
        <p:spPr>
          <a:xfrm>
            <a:off x="769138" y="-662347"/>
            <a:ext cx="218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IBM Plex Sans" panose="020B0503050203000203" pitchFamily="34" charset="0"/>
              </a:rPr>
              <a:t>Aksiyon</a:t>
            </a:r>
          </a:p>
        </p:txBody>
      </p:sp>
      <p:sp>
        <p:nvSpPr>
          <p:cNvPr id="233" name="Dikdörtgen: Köşeleri Yuvarlatılmış 232">
            <a:extLst>
              <a:ext uri="{FF2B5EF4-FFF2-40B4-BE49-F238E27FC236}">
                <a16:creationId xmlns:a16="http://schemas.microsoft.com/office/drawing/2014/main" id="{618CDD90-FAA1-B14B-1943-06A23AD05AFB}"/>
              </a:ext>
            </a:extLst>
          </p:cNvPr>
          <p:cNvSpPr/>
          <p:nvPr/>
        </p:nvSpPr>
        <p:spPr>
          <a:xfrm>
            <a:off x="528204" y="-162923"/>
            <a:ext cx="5374800" cy="2330750"/>
          </a:xfrm>
          <a:prstGeom prst="roundRect">
            <a:avLst>
              <a:gd name="adj" fmla="val 5732"/>
            </a:avLst>
          </a:prstGeom>
          <a:solidFill>
            <a:srgbClr val="0F1720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34" name="Grafik 233">
            <a:extLst>
              <a:ext uri="{FF2B5EF4-FFF2-40B4-BE49-F238E27FC236}">
                <a16:creationId xmlns:a16="http://schemas.microsoft.com/office/drawing/2014/main" id="{9620BD14-59DB-D7A6-DE92-21C9EF3114B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138" y="5052"/>
            <a:ext cx="216000" cy="216000"/>
          </a:xfrm>
          <a:prstGeom prst="rect">
            <a:avLst/>
          </a:prstGeom>
        </p:spPr>
      </p:pic>
      <p:sp>
        <p:nvSpPr>
          <p:cNvPr id="235" name="Metin kutusu 234">
            <a:extLst>
              <a:ext uri="{FF2B5EF4-FFF2-40B4-BE49-F238E27FC236}">
                <a16:creationId xmlns:a16="http://schemas.microsoft.com/office/drawing/2014/main" id="{6AF8BA62-F70B-44EE-FEF6-FA7BD4F66D4B}"/>
              </a:ext>
            </a:extLst>
          </p:cNvPr>
          <p:cNvSpPr txBox="1"/>
          <p:nvPr/>
        </p:nvSpPr>
        <p:spPr>
          <a:xfrm>
            <a:off x="877138" y="38276"/>
            <a:ext cx="19335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Manuel freze kapasitesi %94 dolu</a:t>
            </a:r>
          </a:p>
        </p:txBody>
      </p:sp>
      <p:pic>
        <p:nvPicPr>
          <p:cNvPr id="236" name="Grafik 235">
            <a:extLst>
              <a:ext uri="{FF2B5EF4-FFF2-40B4-BE49-F238E27FC236}">
                <a16:creationId xmlns:a16="http://schemas.microsoft.com/office/drawing/2014/main" id="{EC64750A-6AB6-B271-C525-7E4C562097B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07103" y="63692"/>
            <a:ext cx="101671" cy="180000"/>
          </a:xfrm>
          <a:prstGeom prst="rect">
            <a:avLst/>
          </a:prstGeom>
        </p:spPr>
      </p:pic>
      <p:pic>
        <p:nvPicPr>
          <p:cNvPr id="237" name="Grafik 236">
            <a:extLst>
              <a:ext uri="{FF2B5EF4-FFF2-40B4-BE49-F238E27FC236}">
                <a16:creationId xmlns:a16="http://schemas.microsoft.com/office/drawing/2014/main" id="{876E2A52-3F8C-89DA-9905-BC12A102786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138" y="433212"/>
            <a:ext cx="216000" cy="216000"/>
          </a:xfrm>
          <a:prstGeom prst="rect">
            <a:avLst/>
          </a:prstGeom>
        </p:spPr>
      </p:pic>
      <p:sp>
        <p:nvSpPr>
          <p:cNvPr id="238" name="Metin kutusu 237">
            <a:extLst>
              <a:ext uri="{FF2B5EF4-FFF2-40B4-BE49-F238E27FC236}">
                <a16:creationId xmlns:a16="http://schemas.microsoft.com/office/drawing/2014/main" id="{71337EEA-45BF-9653-177B-32A380D5BA9C}"/>
              </a:ext>
            </a:extLst>
          </p:cNvPr>
          <p:cNvSpPr txBox="1"/>
          <p:nvPr/>
        </p:nvSpPr>
        <p:spPr>
          <a:xfrm>
            <a:off x="877138" y="466436"/>
            <a:ext cx="19335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Manuel freze kapasitesi %94 dolu</a:t>
            </a:r>
          </a:p>
        </p:txBody>
      </p:sp>
      <p:pic>
        <p:nvPicPr>
          <p:cNvPr id="239" name="Grafik 238">
            <a:extLst>
              <a:ext uri="{FF2B5EF4-FFF2-40B4-BE49-F238E27FC236}">
                <a16:creationId xmlns:a16="http://schemas.microsoft.com/office/drawing/2014/main" id="{5B42EEE8-5678-96B5-43EB-9D8D51EE07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07103" y="491852"/>
            <a:ext cx="101671" cy="180000"/>
          </a:xfrm>
          <a:prstGeom prst="rect">
            <a:avLst/>
          </a:prstGeom>
        </p:spPr>
      </p:pic>
      <p:pic>
        <p:nvPicPr>
          <p:cNvPr id="240" name="Grafik 239">
            <a:extLst>
              <a:ext uri="{FF2B5EF4-FFF2-40B4-BE49-F238E27FC236}">
                <a16:creationId xmlns:a16="http://schemas.microsoft.com/office/drawing/2014/main" id="{C9C0D58D-E885-01E2-254E-173CD81B53D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1138" y="861372"/>
            <a:ext cx="216000" cy="216000"/>
          </a:xfrm>
          <a:prstGeom prst="rect">
            <a:avLst/>
          </a:prstGeom>
        </p:spPr>
      </p:pic>
      <p:sp>
        <p:nvSpPr>
          <p:cNvPr id="241" name="Metin kutusu 240">
            <a:extLst>
              <a:ext uri="{FF2B5EF4-FFF2-40B4-BE49-F238E27FC236}">
                <a16:creationId xmlns:a16="http://schemas.microsoft.com/office/drawing/2014/main" id="{F86F3959-9D99-B581-0626-F04E0B4844B0}"/>
              </a:ext>
            </a:extLst>
          </p:cNvPr>
          <p:cNvSpPr txBox="1"/>
          <p:nvPr/>
        </p:nvSpPr>
        <p:spPr>
          <a:xfrm>
            <a:off x="877138" y="894596"/>
            <a:ext cx="19335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Manuel freze kapasitesi %94 dolu</a:t>
            </a:r>
          </a:p>
        </p:txBody>
      </p:sp>
      <p:pic>
        <p:nvPicPr>
          <p:cNvPr id="242" name="Grafik 241">
            <a:extLst>
              <a:ext uri="{FF2B5EF4-FFF2-40B4-BE49-F238E27FC236}">
                <a16:creationId xmlns:a16="http://schemas.microsoft.com/office/drawing/2014/main" id="{4E2093F0-BC0B-7561-EA57-2571DB0513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07103" y="920012"/>
            <a:ext cx="101671" cy="180000"/>
          </a:xfrm>
          <a:prstGeom prst="rect">
            <a:avLst/>
          </a:prstGeom>
        </p:spPr>
      </p:pic>
      <p:pic>
        <p:nvPicPr>
          <p:cNvPr id="243" name="Grafik 242">
            <a:extLst>
              <a:ext uri="{FF2B5EF4-FFF2-40B4-BE49-F238E27FC236}">
                <a16:creationId xmlns:a16="http://schemas.microsoft.com/office/drawing/2014/main" id="{47F331CE-8127-CCE4-BDC7-766FCEA2F02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1138" y="1289532"/>
            <a:ext cx="216000" cy="216000"/>
          </a:xfrm>
          <a:prstGeom prst="rect">
            <a:avLst/>
          </a:prstGeom>
        </p:spPr>
      </p:pic>
      <p:sp>
        <p:nvSpPr>
          <p:cNvPr id="244" name="Metin kutusu 243">
            <a:extLst>
              <a:ext uri="{FF2B5EF4-FFF2-40B4-BE49-F238E27FC236}">
                <a16:creationId xmlns:a16="http://schemas.microsoft.com/office/drawing/2014/main" id="{0D785E38-5CEC-9752-EC9F-45C8BFD7C877}"/>
              </a:ext>
            </a:extLst>
          </p:cNvPr>
          <p:cNvSpPr txBox="1"/>
          <p:nvPr/>
        </p:nvSpPr>
        <p:spPr>
          <a:xfrm>
            <a:off x="877138" y="1322756"/>
            <a:ext cx="19335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Manuel freze kapasitesi %94 dolu</a:t>
            </a:r>
          </a:p>
        </p:txBody>
      </p:sp>
      <p:pic>
        <p:nvPicPr>
          <p:cNvPr id="245" name="Grafik 244">
            <a:extLst>
              <a:ext uri="{FF2B5EF4-FFF2-40B4-BE49-F238E27FC236}">
                <a16:creationId xmlns:a16="http://schemas.microsoft.com/office/drawing/2014/main" id="{90658A93-D011-FEB8-1F0D-2CBA52C785B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07103" y="1348172"/>
            <a:ext cx="101671" cy="180000"/>
          </a:xfrm>
          <a:prstGeom prst="rect">
            <a:avLst/>
          </a:prstGeom>
        </p:spPr>
      </p:pic>
      <p:pic>
        <p:nvPicPr>
          <p:cNvPr id="246" name="Grafik 245">
            <a:extLst>
              <a:ext uri="{FF2B5EF4-FFF2-40B4-BE49-F238E27FC236}">
                <a16:creationId xmlns:a16="http://schemas.microsoft.com/office/drawing/2014/main" id="{07AA4283-7A65-8B3D-D040-888C6604B9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61138" y="1717691"/>
            <a:ext cx="216000" cy="216000"/>
          </a:xfrm>
          <a:prstGeom prst="rect">
            <a:avLst/>
          </a:prstGeom>
        </p:spPr>
      </p:pic>
      <p:sp>
        <p:nvSpPr>
          <p:cNvPr id="247" name="Metin kutusu 246">
            <a:extLst>
              <a:ext uri="{FF2B5EF4-FFF2-40B4-BE49-F238E27FC236}">
                <a16:creationId xmlns:a16="http://schemas.microsoft.com/office/drawing/2014/main" id="{91693DC2-C17E-5993-48C9-2AA8F0C96D70}"/>
              </a:ext>
            </a:extLst>
          </p:cNvPr>
          <p:cNvSpPr txBox="1"/>
          <p:nvPr/>
        </p:nvSpPr>
        <p:spPr>
          <a:xfrm>
            <a:off x="877138" y="1750915"/>
            <a:ext cx="193354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62A8E5"/>
                </a:solidFill>
                <a:latin typeface="IBM Plex Sans" panose="020B0503050203000203" pitchFamily="34" charset="0"/>
              </a:rPr>
              <a:t>Manuel freze kapasitesi %94 dolu</a:t>
            </a:r>
          </a:p>
        </p:txBody>
      </p:sp>
      <p:pic>
        <p:nvPicPr>
          <p:cNvPr id="248" name="Grafik 247">
            <a:extLst>
              <a:ext uri="{FF2B5EF4-FFF2-40B4-BE49-F238E27FC236}">
                <a16:creationId xmlns:a16="http://schemas.microsoft.com/office/drawing/2014/main" id="{7ED62E32-9563-7DCE-9BE9-4A8A0181FB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07103" y="1776331"/>
            <a:ext cx="101671" cy="180000"/>
          </a:xfrm>
          <a:prstGeom prst="rect">
            <a:avLst/>
          </a:prstGeom>
        </p:spPr>
      </p:pic>
      <p:sp>
        <p:nvSpPr>
          <p:cNvPr id="249" name="Dikdörtgen: Köşeleri Yuvarlatılmış 248">
            <a:extLst>
              <a:ext uri="{FF2B5EF4-FFF2-40B4-BE49-F238E27FC236}">
                <a16:creationId xmlns:a16="http://schemas.microsoft.com/office/drawing/2014/main" id="{1D4130FD-8F42-B354-6680-16B642BA765E}"/>
              </a:ext>
            </a:extLst>
          </p:cNvPr>
          <p:cNvSpPr/>
          <p:nvPr/>
        </p:nvSpPr>
        <p:spPr>
          <a:xfrm>
            <a:off x="348358" y="2499690"/>
            <a:ext cx="5734491" cy="3286751"/>
          </a:xfrm>
          <a:prstGeom prst="roundRect">
            <a:avLst>
              <a:gd name="adj" fmla="val 730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50" name="Grafik 249">
            <a:extLst>
              <a:ext uri="{FF2B5EF4-FFF2-40B4-BE49-F238E27FC236}">
                <a16:creationId xmlns:a16="http://schemas.microsoft.com/office/drawing/2014/main" id="{00D7E0D7-2725-E69A-8D4B-49B8DCF0846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rcRect l="4967" t="4837" r="4772" b="4837"/>
          <a:stretch>
            <a:fillRect/>
          </a:stretch>
        </p:blipFill>
        <p:spPr>
          <a:xfrm>
            <a:off x="422065" y="2598227"/>
            <a:ext cx="295141" cy="295354"/>
          </a:xfrm>
          <a:prstGeom prst="rect">
            <a:avLst/>
          </a:prstGeom>
        </p:spPr>
      </p:pic>
      <p:sp>
        <p:nvSpPr>
          <p:cNvPr id="251" name="Metin kutusu 250">
            <a:extLst>
              <a:ext uri="{FF2B5EF4-FFF2-40B4-BE49-F238E27FC236}">
                <a16:creationId xmlns:a16="http://schemas.microsoft.com/office/drawing/2014/main" id="{21A58734-0E37-9677-8BC7-62D2614B70A3}"/>
              </a:ext>
            </a:extLst>
          </p:cNvPr>
          <p:cNvSpPr txBox="1"/>
          <p:nvPr/>
        </p:nvSpPr>
        <p:spPr>
          <a:xfrm>
            <a:off x="774830" y="2547692"/>
            <a:ext cx="218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IBM Plex Sans" panose="020B0503050203000203" pitchFamily="34" charset="0"/>
              </a:rPr>
              <a:t>Finans</a:t>
            </a:r>
          </a:p>
        </p:txBody>
      </p:sp>
      <p:sp>
        <p:nvSpPr>
          <p:cNvPr id="252" name="Metin kutusu 251">
            <a:extLst>
              <a:ext uri="{FF2B5EF4-FFF2-40B4-BE49-F238E27FC236}">
                <a16:creationId xmlns:a16="http://schemas.microsoft.com/office/drawing/2014/main" id="{8900F157-16CB-876F-E0A4-7C9691B5FAAB}"/>
              </a:ext>
            </a:extLst>
          </p:cNvPr>
          <p:cNvSpPr txBox="1"/>
          <p:nvPr/>
        </p:nvSpPr>
        <p:spPr>
          <a:xfrm>
            <a:off x="1605613" y="3016200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E7EDF3"/>
                </a:solidFill>
                <a:latin typeface="IBM Plex Sans" panose="020B0503050203000203" pitchFamily="34" charset="0"/>
              </a:rPr>
              <a:t>$ 30.000</a:t>
            </a:r>
          </a:p>
        </p:txBody>
      </p:sp>
      <p:sp>
        <p:nvSpPr>
          <p:cNvPr id="253" name="Metin kutusu 252">
            <a:extLst>
              <a:ext uri="{FF2B5EF4-FFF2-40B4-BE49-F238E27FC236}">
                <a16:creationId xmlns:a16="http://schemas.microsoft.com/office/drawing/2014/main" id="{BB0F1EC9-3692-B43B-D8F6-FB2EFAFA3E1D}"/>
              </a:ext>
            </a:extLst>
          </p:cNvPr>
          <p:cNvSpPr txBox="1"/>
          <p:nvPr/>
        </p:nvSpPr>
        <p:spPr>
          <a:xfrm>
            <a:off x="445138" y="3082629"/>
            <a:ext cx="45717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Nakit</a:t>
            </a:r>
          </a:p>
        </p:txBody>
      </p:sp>
      <p:sp>
        <p:nvSpPr>
          <p:cNvPr id="254" name="Metin kutusu 253">
            <a:extLst>
              <a:ext uri="{FF2B5EF4-FFF2-40B4-BE49-F238E27FC236}">
                <a16:creationId xmlns:a16="http://schemas.microsoft.com/office/drawing/2014/main" id="{CB1FD32B-8C28-DF26-49C8-1BAE3D822F55}"/>
              </a:ext>
            </a:extLst>
          </p:cNvPr>
          <p:cNvSpPr txBox="1"/>
          <p:nvPr/>
        </p:nvSpPr>
        <p:spPr>
          <a:xfrm>
            <a:off x="1858036" y="3404367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FFC000"/>
                </a:solidFill>
                <a:latin typeface="IBM Plex Sans" panose="020B0503050203000203" pitchFamily="34" charset="0"/>
              </a:rPr>
              <a:t>$ 18.000</a:t>
            </a:r>
          </a:p>
        </p:txBody>
      </p:sp>
      <p:sp>
        <p:nvSpPr>
          <p:cNvPr id="255" name="Metin kutusu 254">
            <a:extLst>
              <a:ext uri="{FF2B5EF4-FFF2-40B4-BE49-F238E27FC236}">
                <a16:creationId xmlns:a16="http://schemas.microsoft.com/office/drawing/2014/main" id="{E3BFF9F3-94FA-890F-7715-5EEC436CA175}"/>
              </a:ext>
            </a:extLst>
          </p:cNvPr>
          <p:cNvSpPr txBox="1"/>
          <p:nvPr/>
        </p:nvSpPr>
        <p:spPr>
          <a:xfrm>
            <a:off x="697561" y="3461542"/>
            <a:ext cx="105028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Ödemelere Bağlı</a:t>
            </a:r>
          </a:p>
        </p:txBody>
      </p:sp>
      <p:sp>
        <p:nvSpPr>
          <p:cNvPr id="256" name="Metin kutusu 255">
            <a:extLst>
              <a:ext uri="{FF2B5EF4-FFF2-40B4-BE49-F238E27FC236}">
                <a16:creationId xmlns:a16="http://schemas.microsoft.com/office/drawing/2014/main" id="{A16F6EEC-55E3-F34D-8AB7-54E3386C8BC8}"/>
              </a:ext>
            </a:extLst>
          </p:cNvPr>
          <p:cNvSpPr txBox="1"/>
          <p:nvPr/>
        </p:nvSpPr>
        <p:spPr>
          <a:xfrm>
            <a:off x="1858036" y="3797838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2FD17B"/>
                </a:solidFill>
                <a:latin typeface="IBM Plex Sans" panose="020B0503050203000203" pitchFamily="34" charset="0"/>
              </a:rPr>
              <a:t>$ 12.000</a:t>
            </a:r>
          </a:p>
        </p:txBody>
      </p:sp>
      <p:sp>
        <p:nvSpPr>
          <p:cNvPr id="257" name="Metin kutusu 256">
            <a:extLst>
              <a:ext uri="{FF2B5EF4-FFF2-40B4-BE49-F238E27FC236}">
                <a16:creationId xmlns:a16="http://schemas.microsoft.com/office/drawing/2014/main" id="{B6324A87-9CCC-17D8-267C-A2C40E7FBFE5}"/>
              </a:ext>
            </a:extLst>
          </p:cNvPr>
          <p:cNvSpPr txBox="1"/>
          <p:nvPr/>
        </p:nvSpPr>
        <p:spPr>
          <a:xfrm>
            <a:off x="697561" y="3845759"/>
            <a:ext cx="88517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Serbest Nakit</a:t>
            </a:r>
          </a:p>
        </p:txBody>
      </p:sp>
      <p:sp>
        <p:nvSpPr>
          <p:cNvPr id="258" name="Metin kutusu 257">
            <a:extLst>
              <a:ext uri="{FF2B5EF4-FFF2-40B4-BE49-F238E27FC236}">
                <a16:creationId xmlns:a16="http://schemas.microsoft.com/office/drawing/2014/main" id="{F31D9A6D-6148-FC58-A3BB-1C6BF093764D}"/>
              </a:ext>
            </a:extLst>
          </p:cNvPr>
          <p:cNvSpPr txBox="1"/>
          <p:nvPr/>
        </p:nvSpPr>
        <p:spPr>
          <a:xfrm>
            <a:off x="1605613" y="4346588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62A8E5"/>
                </a:solidFill>
                <a:latin typeface="IBM Plex Sans" panose="020B0503050203000203" pitchFamily="34" charset="0"/>
              </a:rPr>
              <a:t>$ 25.000</a:t>
            </a:r>
          </a:p>
        </p:txBody>
      </p:sp>
      <p:sp>
        <p:nvSpPr>
          <p:cNvPr id="259" name="Metin kutusu 258">
            <a:extLst>
              <a:ext uri="{FF2B5EF4-FFF2-40B4-BE49-F238E27FC236}">
                <a16:creationId xmlns:a16="http://schemas.microsoft.com/office/drawing/2014/main" id="{2A297BC4-4395-3687-DAF0-DC242D18591F}"/>
              </a:ext>
            </a:extLst>
          </p:cNvPr>
          <p:cNvSpPr txBox="1"/>
          <p:nvPr/>
        </p:nvSpPr>
        <p:spPr>
          <a:xfrm>
            <a:off x="445138" y="4385256"/>
            <a:ext cx="689612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Yatırımlar</a:t>
            </a:r>
          </a:p>
        </p:txBody>
      </p:sp>
      <p:pic>
        <p:nvPicPr>
          <p:cNvPr id="260" name="Grafik 259">
            <a:extLst>
              <a:ext uri="{FF2B5EF4-FFF2-40B4-BE49-F238E27FC236}">
                <a16:creationId xmlns:a16="http://schemas.microsoft.com/office/drawing/2014/main" id="{D1E0B2AF-399C-752B-5D50-85753A27EEE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97672" y="3105416"/>
            <a:ext cx="101671" cy="180000"/>
          </a:xfrm>
          <a:prstGeom prst="rect">
            <a:avLst/>
          </a:prstGeom>
        </p:spPr>
      </p:pic>
      <p:pic>
        <p:nvPicPr>
          <p:cNvPr id="261" name="Grafik 260">
            <a:extLst>
              <a:ext uri="{FF2B5EF4-FFF2-40B4-BE49-F238E27FC236}">
                <a16:creationId xmlns:a16="http://schemas.microsoft.com/office/drawing/2014/main" id="{22CFB515-D4AB-538E-5C6E-AD1012EA83A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97672" y="3484044"/>
            <a:ext cx="101671" cy="180000"/>
          </a:xfrm>
          <a:prstGeom prst="rect">
            <a:avLst/>
          </a:prstGeom>
        </p:spPr>
      </p:pic>
      <p:pic>
        <p:nvPicPr>
          <p:cNvPr id="262" name="Grafik 261">
            <a:extLst>
              <a:ext uri="{FF2B5EF4-FFF2-40B4-BE49-F238E27FC236}">
                <a16:creationId xmlns:a16="http://schemas.microsoft.com/office/drawing/2014/main" id="{1315E976-EC25-F83B-C7E8-21417F400EA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97672" y="3867976"/>
            <a:ext cx="101671" cy="180000"/>
          </a:xfrm>
          <a:prstGeom prst="rect">
            <a:avLst/>
          </a:prstGeom>
        </p:spPr>
      </p:pic>
      <p:pic>
        <p:nvPicPr>
          <p:cNvPr id="263" name="Grafik 262">
            <a:extLst>
              <a:ext uri="{FF2B5EF4-FFF2-40B4-BE49-F238E27FC236}">
                <a16:creationId xmlns:a16="http://schemas.microsoft.com/office/drawing/2014/main" id="{95C4CD90-FDA5-A565-3461-317A4CC0C89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97672" y="4407189"/>
            <a:ext cx="101671" cy="180000"/>
          </a:xfrm>
          <a:prstGeom prst="rect">
            <a:avLst/>
          </a:prstGeom>
        </p:spPr>
      </p:pic>
      <p:sp>
        <p:nvSpPr>
          <p:cNvPr id="264" name="Metin kutusu 263">
            <a:extLst>
              <a:ext uri="{FF2B5EF4-FFF2-40B4-BE49-F238E27FC236}">
                <a16:creationId xmlns:a16="http://schemas.microsoft.com/office/drawing/2014/main" id="{3CE752BD-CCB3-368F-223E-BAF00CC8195E}"/>
              </a:ext>
            </a:extLst>
          </p:cNvPr>
          <p:cNvSpPr txBox="1"/>
          <p:nvPr/>
        </p:nvSpPr>
        <p:spPr>
          <a:xfrm>
            <a:off x="1605613" y="4979209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E86F6F"/>
                </a:solidFill>
                <a:latin typeface="IBM Plex Sans" panose="020B0503050203000203" pitchFamily="34" charset="0"/>
              </a:rPr>
              <a:t>$ 25.000</a:t>
            </a:r>
          </a:p>
        </p:txBody>
      </p:sp>
      <p:sp>
        <p:nvSpPr>
          <p:cNvPr id="265" name="Metin kutusu 264">
            <a:extLst>
              <a:ext uri="{FF2B5EF4-FFF2-40B4-BE49-F238E27FC236}">
                <a16:creationId xmlns:a16="http://schemas.microsoft.com/office/drawing/2014/main" id="{EAC49B99-B13F-F999-ADE8-A8634D70FEBF}"/>
              </a:ext>
            </a:extLst>
          </p:cNvPr>
          <p:cNvSpPr txBox="1"/>
          <p:nvPr/>
        </p:nvSpPr>
        <p:spPr>
          <a:xfrm>
            <a:off x="445138" y="5017877"/>
            <a:ext cx="889987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Kredi Borçları</a:t>
            </a:r>
          </a:p>
        </p:txBody>
      </p:sp>
      <p:pic>
        <p:nvPicPr>
          <p:cNvPr id="266" name="Grafik 265">
            <a:extLst>
              <a:ext uri="{FF2B5EF4-FFF2-40B4-BE49-F238E27FC236}">
                <a16:creationId xmlns:a16="http://schemas.microsoft.com/office/drawing/2014/main" id="{8A53D550-574E-5FE9-5C7E-D9A12E9BC92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97672" y="5039810"/>
            <a:ext cx="101671" cy="180000"/>
          </a:xfrm>
          <a:prstGeom prst="rect">
            <a:avLst/>
          </a:prstGeom>
        </p:spPr>
      </p:pic>
      <p:sp>
        <p:nvSpPr>
          <p:cNvPr id="267" name="Metin kutusu 266">
            <a:extLst>
              <a:ext uri="{FF2B5EF4-FFF2-40B4-BE49-F238E27FC236}">
                <a16:creationId xmlns:a16="http://schemas.microsoft.com/office/drawing/2014/main" id="{5074AA82-3D01-06E1-97BA-13DAE3D4552B}"/>
              </a:ext>
            </a:extLst>
          </p:cNvPr>
          <p:cNvSpPr txBox="1"/>
          <p:nvPr/>
        </p:nvSpPr>
        <p:spPr>
          <a:xfrm>
            <a:off x="1605613" y="5317763"/>
            <a:ext cx="102944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600" dirty="0">
                <a:solidFill>
                  <a:srgbClr val="E86F6F"/>
                </a:solidFill>
                <a:latin typeface="IBM Plex Sans" panose="020B0503050203000203" pitchFamily="34" charset="0"/>
              </a:rPr>
              <a:t>$ 25.000</a:t>
            </a:r>
          </a:p>
        </p:txBody>
      </p:sp>
      <p:sp>
        <p:nvSpPr>
          <p:cNvPr id="268" name="Metin kutusu 267">
            <a:extLst>
              <a:ext uri="{FF2B5EF4-FFF2-40B4-BE49-F238E27FC236}">
                <a16:creationId xmlns:a16="http://schemas.microsoft.com/office/drawing/2014/main" id="{2E6B0631-1947-929C-8BB1-85ED9775E92E}"/>
              </a:ext>
            </a:extLst>
          </p:cNvPr>
          <p:cNvSpPr txBox="1"/>
          <p:nvPr/>
        </p:nvSpPr>
        <p:spPr>
          <a:xfrm>
            <a:off x="445138" y="5374938"/>
            <a:ext cx="100860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Leasing Borçları</a:t>
            </a:r>
          </a:p>
        </p:txBody>
      </p:sp>
      <p:pic>
        <p:nvPicPr>
          <p:cNvPr id="269" name="Grafik 268">
            <a:extLst>
              <a:ext uri="{FF2B5EF4-FFF2-40B4-BE49-F238E27FC236}">
                <a16:creationId xmlns:a16="http://schemas.microsoft.com/office/drawing/2014/main" id="{172355C0-8F50-5E2C-3892-8BD23F1FFB3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97672" y="5397440"/>
            <a:ext cx="101671" cy="180000"/>
          </a:xfrm>
          <a:prstGeom prst="rect">
            <a:avLst/>
          </a:prstGeom>
        </p:spPr>
      </p:pic>
      <p:sp>
        <p:nvSpPr>
          <p:cNvPr id="270" name="Dikdörtgen: Köşeleri Yuvarlatılmış 269">
            <a:extLst>
              <a:ext uri="{FF2B5EF4-FFF2-40B4-BE49-F238E27FC236}">
                <a16:creationId xmlns:a16="http://schemas.microsoft.com/office/drawing/2014/main" id="{A8A63F20-273F-A073-1CB5-33803C3C8A00}"/>
              </a:ext>
            </a:extLst>
          </p:cNvPr>
          <p:cNvSpPr/>
          <p:nvPr/>
        </p:nvSpPr>
        <p:spPr>
          <a:xfrm>
            <a:off x="3257526" y="2976423"/>
            <a:ext cx="2645477" cy="2679894"/>
          </a:xfrm>
          <a:prstGeom prst="roundRect">
            <a:avLst>
              <a:gd name="adj" fmla="val 5732"/>
            </a:avLst>
          </a:prstGeom>
          <a:solidFill>
            <a:srgbClr val="0F1720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71" name="Resim 270">
            <a:extLst>
              <a:ext uri="{FF2B5EF4-FFF2-40B4-BE49-F238E27FC236}">
                <a16:creationId xmlns:a16="http://schemas.microsoft.com/office/drawing/2014/main" id="{01FB9A02-95C7-322A-8005-E6F99BB2154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3164" y="3065175"/>
            <a:ext cx="2521660" cy="1610359"/>
          </a:xfrm>
          <a:prstGeom prst="rect">
            <a:avLst/>
          </a:prstGeom>
        </p:spPr>
      </p:pic>
      <p:pic>
        <p:nvPicPr>
          <p:cNvPr id="272" name="Resim 271">
            <a:extLst>
              <a:ext uri="{FF2B5EF4-FFF2-40B4-BE49-F238E27FC236}">
                <a16:creationId xmlns:a16="http://schemas.microsoft.com/office/drawing/2014/main" id="{A983FE54-D6E2-F759-03DB-2F44999B94FF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323164" y="4871630"/>
            <a:ext cx="2521660" cy="674146"/>
          </a:xfrm>
          <a:prstGeom prst="rect">
            <a:avLst/>
          </a:prstGeom>
        </p:spPr>
      </p:pic>
      <p:sp>
        <p:nvSpPr>
          <p:cNvPr id="273" name="Dikdörtgen: Köşeleri Yuvarlatılmış 272">
            <a:extLst>
              <a:ext uri="{FF2B5EF4-FFF2-40B4-BE49-F238E27FC236}">
                <a16:creationId xmlns:a16="http://schemas.microsoft.com/office/drawing/2014/main" id="{BC1486E8-03F5-882C-2F81-7DB048537421}"/>
              </a:ext>
            </a:extLst>
          </p:cNvPr>
          <p:cNvSpPr/>
          <p:nvPr/>
        </p:nvSpPr>
        <p:spPr>
          <a:xfrm>
            <a:off x="344892" y="6015530"/>
            <a:ext cx="5734491" cy="5019272"/>
          </a:xfrm>
          <a:prstGeom prst="roundRect">
            <a:avLst>
              <a:gd name="adj" fmla="val 3946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74" name="Grafik 273">
            <a:extLst>
              <a:ext uri="{FF2B5EF4-FFF2-40B4-BE49-F238E27FC236}">
                <a16:creationId xmlns:a16="http://schemas.microsoft.com/office/drawing/2014/main" id="{A3C2006A-EFCE-95EF-67FF-D2CE2D586F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rcRect l="8148" t="7852" r="7778" b="7703"/>
          <a:stretch>
            <a:fillRect/>
          </a:stretch>
        </p:blipFill>
        <p:spPr>
          <a:xfrm>
            <a:off x="394125" y="6057700"/>
            <a:ext cx="328007" cy="329452"/>
          </a:xfrm>
          <a:prstGeom prst="rect">
            <a:avLst/>
          </a:prstGeom>
        </p:spPr>
      </p:pic>
      <p:sp>
        <p:nvSpPr>
          <p:cNvPr id="275" name="Metin kutusu 274">
            <a:extLst>
              <a:ext uri="{FF2B5EF4-FFF2-40B4-BE49-F238E27FC236}">
                <a16:creationId xmlns:a16="http://schemas.microsoft.com/office/drawing/2014/main" id="{834153B5-B830-46EB-E377-16C80114C73B}"/>
              </a:ext>
            </a:extLst>
          </p:cNvPr>
          <p:cNvSpPr txBox="1"/>
          <p:nvPr/>
        </p:nvSpPr>
        <p:spPr>
          <a:xfrm>
            <a:off x="771364" y="6060854"/>
            <a:ext cx="4289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IBM Plex Sans" panose="020B0503050203000203" pitchFamily="34" charset="0"/>
              </a:rPr>
              <a:t>Üretim Hattı</a:t>
            </a:r>
          </a:p>
        </p:txBody>
      </p:sp>
      <p:sp>
        <p:nvSpPr>
          <p:cNvPr id="276" name="Dikdörtgen: Köşeleri Yuvarlatılmış 275">
            <a:extLst>
              <a:ext uri="{FF2B5EF4-FFF2-40B4-BE49-F238E27FC236}">
                <a16:creationId xmlns:a16="http://schemas.microsoft.com/office/drawing/2014/main" id="{170AD615-52AA-0E00-FD99-7027C565405E}"/>
              </a:ext>
            </a:extLst>
          </p:cNvPr>
          <p:cNvSpPr/>
          <p:nvPr/>
        </p:nvSpPr>
        <p:spPr>
          <a:xfrm>
            <a:off x="597433" y="7642260"/>
            <a:ext cx="675888" cy="3207926"/>
          </a:xfrm>
          <a:prstGeom prst="roundRect">
            <a:avLst>
              <a:gd name="adj" fmla="val 13851"/>
            </a:avLst>
          </a:prstGeom>
          <a:solidFill>
            <a:srgbClr val="101B26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7" name="Dikdörtgen: Üst Köşeleri Yuvarlatılmış 276">
            <a:extLst>
              <a:ext uri="{FF2B5EF4-FFF2-40B4-BE49-F238E27FC236}">
                <a16:creationId xmlns:a16="http://schemas.microsoft.com/office/drawing/2014/main" id="{07A4BB0F-DAD5-D5A3-A28F-6F1F9A939884}"/>
              </a:ext>
            </a:extLst>
          </p:cNvPr>
          <p:cNvSpPr/>
          <p:nvPr/>
        </p:nvSpPr>
        <p:spPr>
          <a:xfrm>
            <a:off x="621012" y="8868880"/>
            <a:ext cx="628729" cy="974823"/>
          </a:xfrm>
          <a:prstGeom prst="round2SameRect">
            <a:avLst>
              <a:gd name="adj1" fmla="val 8183"/>
              <a:gd name="adj2" fmla="val 0"/>
            </a:avLst>
          </a:prstGeom>
          <a:solidFill>
            <a:srgbClr val="62A8E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8" name="Dikdörtgen: Köşeleri Yuvarlatılmış 277">
            <a:extLst>
              <a:ext uri="{FF2B5EF4-FFF2-40B4-BE49-F238E27FC236}">
                <a16:creationId xmlns:a16="http://schemas.microsoft.com/office/drawing/2014/main" id="{D6ED885A-FB5C-535D-0D6D-0DE781E469D7}"/>
              </a:ext>
            </a:extLst>
          </p:cNvPr>
          <p:cNvSpPr/>
          <p:nvPr/>
        </p:nvSpPr>
        <p:spPr>
          <a:xfrm>
            <a:off x="1525862" y="7642260"/>
            <a:ext cx="675888" cy="3207926"/>
          </a:xfrm>
          <a:prstGeom prst="roundRect">
            <a:avLst>
              <a:gd name="adj" fmla="val 13851"/>
            </a:avLst>
          </a:prstGeom>
          <a:solidFill>
            <a:srgbClr val="101B26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79" name="Dikdörtgen: Üst Köşeleri Yuvarlatılmış 278">
            <a:extLst>
              <a:ext uri="{FF2B5EF4-FFF2-40B4-BE49-F238E27FC236}">
                <a16:creationId xmlns:a16="http://schemas.microsoft.com/office/drawing/2014/main" id="{DDEA6680-026A-8F09-894E-7C1DE318668D}"/>
              </a:ext>
            </a:extLst>
          </p:cNvPr>
          <p:cNvSpPr/>
          <p:nvPr/>
        </p:nvSpPr>
        <p:spPr>
          <a:xfrm>
            <a:off x="1549441" y="8330896"/>
            <a:ext cx="628729" cy="1512807"/>
          </a:xfrm>
          <a:prstGeom prst="round2SameRect">
            <a:avLst>
              <a:gd name="adj1" fmla="val 7375"/>
              <a:gd name="adj2" fmla="val 0"/>
            </a:avLst>
          </a:prstGeom>
          <a:solidFill>
            <a:srgbClr val="E7B75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0" name="Dikdörtgen: Köşeleri Yuvarlatılmış 279">
            <a:extLst>
              <a:ext uri="{FF2B5EF4-FFF2-40B4-BE49-F238E27FC236}">
                <a16:creationId xmlns:a16="http://schemas.microsoft.com/office/drawing/2014/main" id="{DB7FAA3A-88C0-9499-0381-9000CC834827}"/>
              </a:ext>
            </a:extLst>
          </p:cNvPr>
          <p:cNvSpPr/>
          <p:nvPr/>
        </p:nvSpPr>
        <p:spPr>
          <a:xfrm>
            <a:off x="2454495" y="7642260"/>
            <a:ext cx="675888" cy="3207926"/>
          </a:xfrm>
          <a:prstGeom prst="roundRect">
            <a:avLst>
              <a:gd name="adj" fmla="val 13851"/>
            </a:avLst>
          </a:prstGeom>
          <a:solidFill>
            <a:srgbClr val="101B26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1" name="Dikdörtgen: Üst Köşeleri Yuvarlatılmış 280">
            <a:extLst>
              <a:ext uri="{FF2B5EF4-FFF2-40B4-BE49-F238E27FC236}">
                <a16:creationId xmlns:a16="http://schemas.microsoft.com/office/drawing/2014/main" id="{AB91CD06-1578-C9B2-A79A-5399AFAE3C07}"/>
              </a:ext>
            </a:extLst>
          </p:cNvPr>
          <p:cNvSpPr/>
          <p:nvPr/>
        </p:nvSpPr>
        <p:spPr>
          <a:xfrm>
            <a:off x="2478074" y="9252311"/>
            <a:ext cx="628729" cy="591392"/>
          </a:xfrm>
          <a:prstGeom prst="round2SameRect">
            <a:avLst>
              <a:gd name="adj1" fmla="val 7648"/>
              <a:gd name="adj2" fmla="val 0"/>
            </a:avLst>
          </a:prstGeom>
          <a:solidFill>
            <a:srgbClr val="62A8E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2" name="Dikdörtgen: Köşeleri Yuvarlatılmış 281">
            <a:extLst>
              <a:ext uri="{FF2B5EF4-FFF2-40B4-BE49-F238E27FC236}">
                <a16:creationId xmlns:a16="http://schemas.microsoft.com/office/drawing/2014/main" id="{03A9B66B-8CA2-E065-3A1B-69D63F6C6E33}"/>
              </a:ext>
            </a:extLst>
          </p:cNvPr>
          <p:cNvSpPr/>
          <p:nvPr/>
        </p:nvSpPr>
        <p:spPr>
          <a:xfrm>
            <a:off x="3381279" y="7642260"/>
            <a:ext cx="675888" cy="3207926"/>
          </a:xfrm>
          <a:prstGeom prst="roundRect">
            <a:avLst>
              <a:gd name="adj" fmla="val 13851"/>
            </a:avLst>
          </a:prstGeom>
          <a:solidFill>
            <a:srgbClr val="101B26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283" name="Dikdörtgen: Üst Köşeleri Yuvarlatılmış 282">
            <a:extLst>
              <a:ext uri="{FF2B5EF4-FFF2-40B4-BE49-F238E27FC236}">
                <a16:creationId xmlns:a16="http://schemas.microsoft.com/office/drawing/2014/main" id="{8EDBFD1F-AE5E-398A-F7DA-51C9BC17C789}"/>
              </a:ext>
            </a:extLst>
          </p:cNvPr>
          <p:cNvSpPr/>
          <p:nvPr/>
        </p:nvSpPr>
        <p:spPr>
          <a:xfrm>
            <a:off x="3404858" y="8602072"/>
            <a:ext cx="628729" cy="1241632"/>
          </a:xfrm>
          <a:prstGeom prst="round2SameRect">
            <a:avLst>
              <a:gd name="adj1" fmla="val 6971"/>
              <a:gd name="adj2" fmla="val 0"/>
            </a:avLst>
          </a:prstGeom>
          <a:solidFill>
            <a:srgbClr val="62A8E5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284" name="Resim 283">
            <a:extLst>
              <a:ext uri="{FF2B5EF4-FFF2-40B4-BE49-F238E27FC236}">
                <a16:creationId xmlns:a16="http://schemas.microsoft.com/office/drawing/2014/main" id="{D32AADAF-A241-0CC3-646B-C1C8F2C1077C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681941" y="10156353"/>
            <a:ext cx="394049" cy="385382"/>
          </a:xfrm>
          <a:prstGeom prst="rect">
            <a:avLst/>
          </a:prstGeom>
        </p:spPr>
      </p:pic>
      <p:pic>
        <p:nvPicPr>
          <p:cNvPr id="285" name="Resim 284">
            <a:extLst>
              <a:ext uri="{FF2B5EF4-FFF2-40B4-BE49-F238E27FC236}">
                <a16:creationId xmlns:a16="http://schemas.microsoft.com/office/drawing/2014/main" id="{3FAB885D-473D-E794-74D3-9255A97D1E7F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2588162" y="10101299"/>
            <a:ext cx="454914" cy="440436"/>
          </a:xfrm>
          <a:prstGeom prst="rect">
            <a:avLst/>
          </a:prstGeom>
        </p:spPr>
      </p:pic>
      <p:pic>
        <p:nvPicPr>
          <p:cNvPr id="286" name="Resim 285">
            <a:extLst>
              <a:ext uri="{FF2B5EF4-FFF2-40B4-BE49-F238E27FC236}">
                <a16:creationId xmlns:a16="http://schemas.microsoft.com/office/drawing/2014/main" id="{0F3A5420-A756-B410-D63C-9A5D3B7F7B38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3497204" y="9991190"/>
            <a:ext cx="473393" cy="550545"/>
          </a:xfrm>
          <a:prstGeom prst="rect">
            <a:avLst/>
          </a:prstGeom>
        </p:spPr>
      </p:pic>
      <p:pic>
        <p:nvPicPr>
          <p:cNvPr id="287" name="Resim 286">
            <a:extLst>
              <a:ext uri="{FF2B5EF4-FFF2-40B4-BE49-F238E27FC236}">
                <a16:creationId xmlns:a16="http://schemas.microsoft.com/office/drawing/2014/main" id="{0F656933-E9CE-89EC-3CF4-EA90556519D6}"/>
              </a:ext>
            </a:extLst>
          </p:cNvPr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728780" y="10229696"/>
            <a:ext cx="413195" cy="312039"/>
          </a:xfrm>
          <a:prstGeom prst="rect">
            <a:avLst/>
          </a:prstGeom>
        </p:spPr>
      </p:pic>
      <p:sp>
        <p:nvSpPr>
          <p:cNvPr id="288" name="Metin kutusu 287">
            <a:extLst>
              <a:ext uri="{FF2B5EF4-FFF2-40B4-BE49-F238E27FC236}">
                <a16:creationId xmlns:a16="http://schemas.microsoft.com/office/drawing/2014/main" id="{805A677A-5D3F-C283-8760-84A8415DA2C7}"/>
              </a:ext>
            </a:extLst>
          </p:cNvPr>
          <p:cNvSpPr txBox="1"/>
          <p:nvPr/>
        </p:nvSpPr>
        <p:spPr>
          <a:xfrm>
            <a:off x="693965" y="10547972"/>
            <a:ext cx="48282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Torna</a:t>
            </a:r>
          </a:p>
        </p:txBody>
      </p:sp>
      <p:sp>
        <p:nvSpPr>
          <p:cNvPr id="289" name="Metin kutusu 288">
            <a:extLst>
              <a:ext uri="{FF2B5EF4-FFF2-40B4-BE49-F238E27FC236}">
                <a16:creationId xmlns:a16="http://schemas.microsoft.com/office/drawing/2014/main" id="{43228CDA-D305-B319-8B7E-132154F2DEA3}"/>
              </a:ext>
            </a:extLst>
          </p:cNvPr>
          <p:cNvSpPr txBox="1"/>
          <p:nvPr/>
        </p:nvSpPr>
        <p:spPr>
          <a:xfrm>
            <a:off x="1643163" y="10547972"/>
            <a:ext cx="47160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Freze</a:t>
            </a:r>
          </a:p>
        </p:txBody>
      </p:sp>
      <p:sp>
        <p:nvSpPr>
          <p:cNvPr id="290" name="Metin kutusu 289">
            <a:extLst>
              <a:ext uri="{FF2B5EF4-FFF2-40B4-BE49-F238E27FC236}">
                <a16:creationId xmlns:a16="http://schemas.microsoft.com/office/drawing/2014/main" id="{BFC90A33-28CA-3525-30B6-B64BCD163CA9}"/>
              </a:ext>
            </a:extLst>
          </p:cNvPr>
          <p:cNvSpPr txBox="1"/>
          <p:nvPr/>
        </p:nvSpPr>
        <p:spPr>
          <a:xfrm>
            <a:off x="2504476" y="10547972"/>
            <a:ext cx="62228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Taşlama</a:t>
            </a:r>
          </a:p>
        </p:txBody>
      </p:sp>
      <p:sp>
        <p:nvSpPr>
          <p:cNvPr id="291" name="Metin kutusu 290">
            <a:extLst>
              <a:ext uri="{FF2B5EF4-FFF2-40B4-BE49-F238E27FC236}">
                <a16:creationId xmlns:a16="http://schemas.microsoft.com/office/drawing/2014/main" id="{3F5A450D-F061-41F7-2974-DE9314105E7C}"/>
              </a:ext>
            </a:extLst>
          </p:cNvPr>
          <p:cNvSpPr txBox="1"/>
          <p:nvPr/>
        </p:nvSpPr>
        <p:spPr>
          <a:xfrm>
            <a:off x="3460428" y="10547972"/>
            <a:ext cx="54694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Dövme</a:t>
            </a:r>
          </a:p>
        </p:txBody>
      </p:sp>
      <p:sp>
        <p:nvSpPr>
          <p:cNvPr id="292" name="Metin kutusu 291">
            <a:extLst>
              <a:ext uri="{FF2B5EF4-FFF2-40B4-BE49-F238E27FC236}">
                <a16:creationId xmlns:a16="http://schemas.microsoft.com/office/drawing/2014/main" id="{AFA964CE-B3D8-1F39-6D4D-7B0CAA3CB392}"/>
              </a:ext>
            </a:extLst>
          </p:cNvPr>
          <p:cNvSpPr txBox="1"/>
          <p:nvPr/>
        </p:nvSpPr>
        <p:spPr>
          <a:xfrm>
            <a:off x="621573" y="8638611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1.000 w</a:t>
            </a:r>
          </a:p>
        </p:txBody>
      </p:sp>
      <p:sp>
        <p:nvSpPr>
          <p:cNvPr id="293" name="Metin kutusu 292">
            <a:extLst>
              <a:ext uri="{FF2B5EF4-FFF2-40B4-BE49-F238E27FC236}">
                <a16:creationId xmlns:a16="http://schemas.microsoft.com/office/drawing/2014/main" id="{0AC3613B-332C-4B0C-AC63-D314072EA13C}"/>
              </a:ext>
            </a:extLst>
          </p:cNvPr>
          <p:cNvSpPr txBox="1"/>
          <p:nvPr/>
        </p:nvSpPr>
        <p:spPr>
          <a:xfrm>
            <a:off x="1549443" y="8090895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2.000 w</a:t>
            </a:r>
          </a:p>
        </p:txBody>
      </p:sp>
      <p:sp>
        <p:nvSpPr>
          <p:cNvPr id="294" name="Metin kutusu 293">
            <a:extLst>
              <a:ext uri="{FF2B5EF4-FFF2-40B4-BE49-F238E27FC236}">
                <a16:creationId xmlns:a16="http://schemas.microsoft.com/office/drawing/2014/main" id="{DC62467F-5D1A-3186-2929-CE3B9AC4D1DA}"/>
              </a:ext>
            </a:extLst>
          </p:cNvPr>
          <p:cNvSpPr txBox="1"/>
          <p:nvPr/>
        </p:nvSpPr>
        <p:spPr>
          <a:xfrm>
            <a:off x="2535209" y="9012376"/>
            <a:ext cx="5068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500 w</a:t>
            </a:r>
          </a:p>
        </p:txBody>
      </p:sp>
      <p:sp>
        <p:nvSpPr>
          <p:cNvPr id="295" name="Metin kutusu 294">
            <a:extLst>
              <a:ext uri="{FF2B5EF4-FFF2-40B4-BE49-F238E27FC236}">
                <a16:creationId xmlns:a16="http://schemas.microsoft.com/office/drawing/2014/main" id="{FD9DD87D-A059-0108-CF4D-0EFBBC726DE7}"/>
              </a:ext>
            </a:extLst>
          </p:cNvPr>
          <p:cNvSpPr txBox="1"/>
          <p:nvPr/>
        </p:nvSpPr>
        <p:spPr>
          <a:xfrm>
            <a:off x="3462026" y="8364560"/>
            <a:ext cx="506870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850 w</a:t>
            </a:r>
          </a:p>
        </p:txBody>
      </p:sp>
      <p:sp>
        <p:nvSpPr>
          <p:cNvPr id="296" name="Metin kutusu 295">
            <a:extLst>
              <a:ext uri="{FF2B5EF4-FFF2-40B4-BE49-F238E27FC236}">
                <a16:creationId xmlns:a16="http://schemas.microsoft.com/office/drawing/2014/main" id="{7FDFC31C-4310-4049-DD3A-57A176DBA40A}"/>
              </a:ext>
            </a:extLst>
          </p:cNvPr>
          <p:cNvSpPr txBox="1"/>
          <p:nvPr/>
        </p:nvSpPr>
        <p:spPr>
          <a:xfrm>
            <a:off x="710538" y="8899776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101B26"/>
                </a:solidFill>
                <a:latin typeface="IBM Plex Sans" panose="020B0503050203000203" pitchFamily="34" charset="0"/>
              </a:rPr>
              <a:t>%50</a:t>
            </a:r>
          </a:p>
        </p:txBody>
      </p:sp>
      <p:sp>
        <p:nvSpPr>
          <p:cNvPr id="297" name="Metin kutusu 296">
            <a:extLst>
              <a:ext uri="{FF2B5EF4-FFF2-40B4-BE49-F238E27FC236}">
                <a16:creationId xmlns:a16="http://schemas.microsoft.com/office/drawing/2014/main" id="{4032418F-CC19-4370-AB91-27BB4EF6F18F}"/>
              </a:ext>
            </a:extLst>
          </p:cNvPr>
          <p:cNvSpPr txBox="1"/>
          <p:nvPr/>
        </p:nvSpPr>
        <p:spPr>
          <a:xfrm>
            <a:off x="1638408" y="8352060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101B26"/>
                </a:solidFill>
                <a:latin typeface="IBM Plex Sans" panose="020B0503050203000203" pitchFamily="34" charset="0"/>
              </a:rPr>
              <a:t>%80</a:t>
            </a:r>
          </a:p>
        </p:txBody>
      </p:sp>
      <p:sp>
        <p:nvSpPr>
          <p:cNvPr id="298" name="Metin kutusu 297">
            <a:extLst>
              <a:ext uri="{FF2B5EF4-FFF2-40B4-BE49-F238E27FC236}">
                <a16:creationId xmlns:a16="http://schemas.microsoft.com/office/drawing/2014/main" id="{2CB0FBDF-2FFF-60E0-CE29-8B96C6302B39}"/>
              </a:ext>
            </a:extLst>
          </p:cNvPr>
          <p:cNvSpPr txBox="1"/>
          <p:nvPr/>
        </p:nvSpPr>
        <p:spPr>
          <a:xfrm>
            <a:off x="2573680" y="9273541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101B26"/>
                </a:solidFill>
                <a:latin typeface="IBM Plex Sans" panose="020B0503050203000203" pitchFamily="34" charset="0"/>
              </a:rPr>
              <a:t>%35</a:t>
            </a:r>
          </a:p>
        </p:txBody>
      </p:sp>
      <p:sp>
        <p:nvSpPr>
          <p:cNvPr id="299" name="Metin kutusu 298">
            <a:extLst>
              <a:ext uri="{FF2B5EF4-FFF2-40B4-BE49-F238E27FC236}">
                <a16:creationId xmlns:a16="http://schemas.microsoft.com/office/drawing/2014/main" id="{CEF19694-6D87-6858-7A19-484801010F54}"/>
              </a:ext>
            </a:extLst>
          </p:cNvPr>
          <p:cNvSpPr txBox="1"/>
          <p:nvPr/>
        </p:nvSpPr>
        <p:spPr>
          <a:xfrm>
            <a:off x="3500497" y="8625725"/>
            <a:ext cx="429926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101B26"/>
                </a:solidFill>
                <a:latin typeface="IBM Plex Sans" panose="020B0503050203000203" pitchFamily="34" charset="0"/>
              </a:rPr>
              <a:t>%65</a:t>
            </a:r>
          </a:p>
        </p:txBody>
      </p:sp>
      <p:sp>
        <p:nvSpPr>
          <p:cNvPr id="300" name="Metin kutusu 299">
            <a:extLst>
              <a:ext uri="{FF2B5EF4-FFF2-40B4-BE49-F238E27FC236}">
                <a16:creationId xmlns:a16="http://schemas.microsoft.com/office/drawing/2014/main" id="{BEEDE280-8B0C-0764-17E8-8CCA28760AAA}"/>
              </a:ext>
            </a:extLst>
          </p:cNvPr>
          <p:cNvSpPr txBox="1"/>
          <p:nvPr/>
        </p:nvSpPr>
        <p:spPr>
          <a:xfrm>
            <a:off x="621574" y="7435110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45C7D8"/>
                </a:solidFill>
                <a:latin typeface="IBM Plex Sans" panose="020B0503050203000203" pitchFamily="34" charset="0"/>
              </a:rPr>
              <a:t>2.000 w</a:t>
            </a:r>
          </a:p>
        </p:txBody>
      </p:sp>
      <p:sp>
        <p:nvSpPr>
          <p:cNvPr id="301" name="Metin kutusu 300">
            <a:extLst>
              <a:ext uri="{FF2B5EF4-FFF2-40B4-BE49-F238E27FC236}">
                <a16:creationId xmlns:a16="http://schemas.microsoft.com/office/drawing/2014/main" id="{D5E44207-001B-E56B-E935-DFAF4AFAB85F}"/>
              </a:ext>
            </a:extLst>
          </p:cNvPr>
          <p:cNvSpPr txBox="1"/>
          <p:nvPr/>
        </p:nvSpPr>
        <p:spPr>
          <a:xfrm>
            <a:off x="1549443" y="7435110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45C7D8"/>
                </a:solidFill>
                <a:latin typeface="IBM Plex Sans" panose="020B0503050203000203" pitchFamily="34" charset="0"/>
              </a:rPr>
              <a:t>2.400 w</a:t>
            </a:r>
          </a:p>
        </p:txBody>
      </p:sp>
      <p:sp>
        <p:nvSpPr>
          <p:cNvPr id="302" name="Metin kutusu 301">
            <a:extLst>
              <a:ext uri="{FF2B5EF4-FFF2-40B4-BE49-F238E27FC236}">
                <a16:creationId xmlns:a16="http://schemas.microsoft.com/office/drawing/2014/main" id="{2CA68691-DB6E-8B9E-7F79-F086815EFF57}"/>
              </a:ext>
            </a:extLst>
          </p:cNvPr>
          <p:cNvSpPr txBox="1"/>
          <p:nvPr/>
        </p:nvSpPr>
        <p:spPr>
          <a:xfrm>
            <a:off x="2484715" y="7435110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45C7D8"/>
                </a:solidFill>
                <a:latin typeface="IBM Plex Sans" panose="020B0503050203000203" pitchFamily="34" charset="0"/>
              </a:rPr>
              <a:t>1.500 w</a:t>
            </a:r>
          </a:p>
        </p:txBody>
      </p:sp>
      <p:sp>
        <p:nvSpPr>
          <p:cNvPr id="303" name="Metin kutusu 302">
            <a:extLst>
              <a:ext uri="{FF2B5EF4-FFF2-40B4-BE49-F238E27FC236}">
                <a16:creationId xmlns:a16="http://schemas.microsoft.com/office/drawing/2014/main" id="{F629F25B-B15A-D8A6-3B1B-01622893708F}"/>
              </a:ext>
            </a:extLst>
          </p:cNvPr>
          <p:cNvSpPr txBox="1"/>
          <p:nvPr/>
        </p:nvSpPr>
        <p:spPr>
          <a:xfrm>
            <a:off x="3411532" y="7435110"/>
            <a:ext cx="607859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tr-TR" sz="900" dirty="0">
                <a:solidFill>
                  <a:srgbClr val="45C7D8"/>
                </a:solidFill>
                <a:latin typeface="IBM Plex Sans" panose="020B0503050203000203" pitchFamily="34" charset="0"/>
              </a:rPr>
              <a:t>1.100 w</a:t>
            </a:r>
          </a:p>
        </p:txBody>
      </p:sp>
      <p:sp>
        <p:nvSpPr>
          <p:cNvPr id="304" name="Dikdörtgen: Köşeleri Yuvarlatılmış 303">
            <a:extLst>
              <a:ext uri="{FF2B5EF4-FFF2-40B4-BE49-F238E27FC236}">
                <a16:creationId xmlns:a16="http://schemas.microsoft.com/office/drawing/2014/main" id="{F5A373BA-2DF6-04D3-D30D-8784AAFABCAC}"/>
              </a:ext>
            </a:extLst>
          </p:cNvPr>
          <p:cNvSpPr/>
          <p:nvPr/>
        </p:nvSpPr>
        <p:spPr>
          <a:xfrm>
            <a:off x="609166" y="6673608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4BE394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5" name="Metin kutusu 304">
            <a:extLst>
              <a:ext uri="{FF2B5EF4-FFF2-40B4-BE49-F238E27FC236}">
                <a16:creationId xmlns:a16="http://schemas.microsoft.com/office/drawing/2014/main" id="{9732C941-BACA-8333-C11F-4AD291F40D66}"/>
              </a:ext>
            </a:extLst>
          </p:cNvPr>
          <p:cNvSpPr txBox="1"/>
          <p:nvPr/>
        </p:nvSpPr>
        <p:spPr>
          <a:xfrm>
            <a:off x="841196" y="6622776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1</a:t>
            </a:r>
          </a:p>
        </p:txBody>
      </p:sp>
      <p:sp>
        <p:nvSpPr>
          <p:cNvPr id="306" name="Dikdörtgen: Köşeleri Yuvarlatılmış 305">
            <a:extLst>
              <a:ext uri="{FF2B5EF4-FFF2-40B4-BE49-F238E27FC236}">
                <a16:creationId xmlns:a16="http://schemas.microsoft.com/office/drawing/2014/main" id="{97E56A16-1F50-0A47-1CBC-D91CE25DB163}"/>
              </a:ext>
            </a:extLst>
          </p:cNvPr>
          <p:cNvSpPr/>
          <p:nvPr/>
        </p:nvSpPr>
        <p:spPr>
          <a:xfrm>
            <a:off x="608206" y="6988736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4BE394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7" name="Metin kutusu 306">
            <a:extLst>
              <a:ext uri="{FF2B5EF4-FFF2-40B4-BE49-F238E27FC236}">
                <a16:creationId xmlns:a16="http://schemas.microsoft.com/office/drawing/2014/main" id="{1E603AB8-C435-75A8-1411-0BC7A29A8ADE}"/>
              </a:ext>
            </a:extLst>
          </p:cNvPr>
          <p:cNvSpPr txBox="1"/>
          <p:nvPr/>
        </p:nvSpPr>
        <p:spPr>
          <a:xfrm>
            <a:off x="840236" y="6937904"/>
            <a:ext cx="819009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sp>
        <p:nvSpPr>
          <p:cNvPr id="308" name="Dikdörtgen: Köşeleri Yuvarlatılmış 307">
            <a:extLst>
              <a:ext uri="{FF2B5EF4-FFF2-40B4-BE49-F238E27FC236}">
                <a16:creationId xmlns:a16="http://schemas.microsoft.com/office/drawing/2014/main" id="{61039977-2BA1-22D3-B8FF-7E3F9E512085}"/>
              </a:ext>
            </a:extLst>
          </p:cNvPr>
          <p:cNvSpPr/>
          <p:nvPr/>
        </p:nvSpPr>
        <p:spPr>
          <a:xfrm>
            <a:off x="2455455" y="6673608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09" name="Metin kutusu 308">
            <a:extLst>
              <a:ext uri="{FF2B5EF4-FFF2-40B4-BE49-F238E27FC236}">
                <a16:creationId xmlns:a16="http://schemas.microsoft.com/office/drawing/2014/main" id="{F43982D2-153E-2B62-8CB4-EC13EDFF5E61}"/>
              </a:ext>
            </a:extLst>
          </p:cNvPr>
          <p:cNvSpPr txBox="1"/>
          <p:nvPr/>
        </p:nvSpPr>
        <p:spPr>
          <a:xfrm>
            <a:off x="2687485" y="6622776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2</a:t>
            </a:r>
          </a:p>
        </p:txBody>
      </p:sp>
      <p:sp>
        <p:nvSpPr>
          <p:cNvPr id="310" name="Dikdörtgen: Köşeleri Yuvarlatılmış 309">
            <a:extLst>
              <a:ext uri="{FF2B5EF4-FFF2-40B4-BE49-F238E27FC236}">
                <a16:creationId xmlns:a16="http://schemas.microsoft.com/office/drawing/2014/main" id="{89271973-BB77-0100-4C96-E3525B2A1E74}"/>
              </a:ext>
            </a:extLst>
          </p:cNvPr>
          <p:cNvSpPr/>
          <p:nvPr/>
        </p:nvSpPr>
        <p:spPr>
          <a:xfrm>
            <a:off x="2454495" y="6988736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1" name="Metin kutusu 310">
            <a:extLst>
              <a:ext uri="{FF2B5EF4-FFF2-40B4-BE49-F238E27FC236}">
                <a16:creationId xmlns:a16="http://schemas.microsoft.com/office/drawing/2014/main" id="{DAEF2CC0-78DE-4F73-1046-A39E15CFF7B0}"/>
              </a:ext>
            </a:extLst>
          </p:cNvPr>
          <p:cNvSpPr txBox="1"/>
          <p:nvPr/>
        </p:nvSpPr>
        <p:spPr>
          <a:xfrm>
            <a:off x="2686525" y="6937904"/>
            <a:ext cx="91116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sp>
        <p:nvSpPr>
          <p:cNvPr id="312" name="Dikdörtgen: Köşeleri Yuvarlatılmış 311">
            <a:extLst>
              <a:ext uri="{FF2B5EF4-FFF2-40B4-BE49-F238E27FC236}">
                <a16:creationId xmlns:a16="http://schemas.microsoft.com/office/drawing/2014/main" id="{8B3577BE-D6FC-8E7E-C184-E5DE107B7625}"/>
              </a:ext>
            </a:extLst>
          </p:cNvPr>
          <p:cNvSpPr/>
          <p:nvPr/>
        </p:nvSpPr>
        <p:spPr>
          <a:xfrm>
            <a:off x="4389736" y="6673608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3" name="Metin kutusu 312">
            <a:extLst>
              <a:ext uri="{FF2B5EF4-FFF2-40B4-BE49-F238E27FC236}">
                <a16:creationId xmlns:a16="http://schemas.microsoft.com/office/drawing/2014/main" id="{6EB4061C-E47A-4B72-E891-87EADA942B7C}"/>
              </a:ext>
            </a:extLst>
          </p:cNvPr>
          <p:cNvSpPr txBox="1"/>
          <p:nvPr/>
        </p:nvSpPr>
        <p:spPr>
          <a:xfrm>
            <a:off x="4621766" y="6622776"/>
            <a:ext cx="718765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Vardiya 3</a:t>
            </a:r>
          </a:p>
        </p:txBody>
      </p:sp>
      <p:sp>
        <p:nvSpPr>
          <p:cNvPr id="314" name="Dikdörtgen: Köşeleri Yuvarlatılmış 313">
            <a:extLst>
              <a:ext uri="{FF2B5EF4-FFF2-40B4-BE49-F238E27FC236}">
                <a16:creationId xmlns:a16="http://schemas.microsoft.com/office/drawing/2014/main" id="{1953131E-57C2-944F-7154-8B138127040A}"/>
              </a:ext>
            </a:extLst>
          </p:cNvPr>
          <p:cNvSpPr/>
          <p:nvPr/>
        </p:nvSpPr>
        <p:spPr>
          <a:xfrm>
            <a:off x="4388776" y="6988736"/>
            <a:ext cx="180000" cy="180000"/>
          </a:xfrm>
          <a:prstGeom prst="roundRect">
            <a:avLst>
              <a:gd name="adj" fmla="val 138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5" name="Metin kutusu 314">
            <a:extLst>
              <a:ext uri="{FF2B5EF4-FFF2-40B4-BE49-F238E27FC236}">
                <a16:creationId xmlns:a16="http://schemas.microsoft.com/office/drawing/2014/main" id="{B28770B5-FF7D-F23B-4796-399796B52569}"/>
              </a:ext>
            </a:extLst>
          </p:cNvPr>
          <p:cNvSpPr txBox="1"/>
          <p:nvPr/>
        </p:nvSpPr>
        <p:spPr>
          <a:xfrm>
            <a:off x="4620806" y="6937904"/>
            <a:ext cx="822474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Mesai + 4 </a:t>
            </a:r>
            <a:r>
              <a:rPr lang="tr-TR" sz="900" dirty="0" err="1">
                <a:solidFill>
                  <a:srgbClr val="98A7B6"/>
                </a:solidFill>
                <a:latin typeface="IBM Plex Sans" panose="020B0503050203000203" pitchFamily="34" charset="0"/>
              </a:rPr>
              <a:t>sa</a:t>
            </a:r>
            <a:endParaRPr lang="tr-TR" sz="900" dirty="0">
              <a:solidFill>
                <a:srgbClr val="98A7B6"/>
              </a:solidFill>
              <a:latin typeface="IBM Plex Sans" panose="020B0503050203000203" pitchFamily="34" charset="0"/>
            </a:endParaRPr>
          </a:p>
        </p:txBody>
      </p:sp>
      <p:sp>
        <p:nvSpPr>
          <p:cNvPr id="316" name="Dikdörtgen: Köşeleri Yuvarlatılmış 315">
            <a:extLst>
              <a:ext uri="{FF2B5EF4-FFF2-40B4-BE49-F238E27FC236}">
                <a16:creationId xmlns:a16="http://schemas.microsoft.com/office/drawing/2014/main" id="{7BD7D171-C9EF-C32D-20C4-8361A485DB6E}"/>
              </a:ext>
            </a:extLst>
          </p:cNvPr>
          <p:cNvSpPr/>
          <p:nvPr/>
        </p:nvSpPr>
        <p:spPr>
          <a:xfrm>
            <a:off x="344891" y="11203400"/>
            <a:ext cx="5734491" cy="1746811"/>
          </a:xfrm>
          <a:prstGeom prst="roundRect">
            <a:avLst>
              <a:gd name="adj" fmla="val 12451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17" name="Metin kutusu 316">
            <a:extLst>
              <a:ext uri="{FF2B5EF4-FFF2-40B4-BE49-F238E27FC236}">
                <a16:creationId xmlns:a16="http://schemas.microsoft.com/office/drawing/2014/main" id="{BA6D0D34-95DB-3C06-4E1A-D3014949A491}"/>
              </a:ext>
            </a:extLst>
          </p:cNvPr>
          <p:cNvSpPr txBox="1"/>
          <p:nvPr/>
        </p:nvSpPr>
        <p:spPr>
          <a:xfrm>
            <a:off x="771363" y="11251400"/>
            <a:ext cx="42893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IBM Plex Sans" panose="020B0503050203000203" pitchFamily="34" charset="0"/>
              </a:rPr>
              <a:t>OEE (</a:t>
            </a:r>
            <a:r>
              <a:rPr lang="tr-TR" dirty="0" err="1">
                <a:latin typeface="IBM Plex Sans" panose="020B0503050203000203" pitchFamily="34" charset="0"/>
              </a:rPr>
              <a:t>Overall</a:t>
            </a:r>
            <a:r>
              <a:rPr lang="tr-TR" dirty="0">
                <a:latin typeface="IBM Plex Sans" panose="020B0503050203000203" pitchFamily="34" charset="0"/>
              </a:rPr>
              <a:t> </a:t>
            </a:r>
            <a:r>
              <a:rPr lang="tr-TR" dirty="0" err="1">
                <a:latin typeface="IBM Plex Sans" panose="020B0503050203000203" pitchFamily="34" charset="0"/>
              </a:rPr>
              <a:t>Equipment</a:t>
            </a:r>
            <a:r>
              <a:rPr lang="tr-TR" dirty="0">
                <a:latin typeface="IBM Plex Sans" panose="020B0503050203000203" pitchFamily="34" charset="0"/>
              </a:rPr>
              <a:t> </a:t>
            </a:r>
            <a:r>
              <a:rPr lang="tr-TR" dirty="0" err="1">
                <a:latin typeface="IBM Plex Sans" panose="020B0503050203000203" pitchFamily="34" charset="0"/>
              </a:rPr>
              <a:t>Efficiency</a:t>
            </a:r>
            <a:r>
              <a:rPr lang="tr-TR" dirty="0">
                <a:latin typeface="IBM Plex Sans" panose="020B0503050203000203" pitchFamily="34" charset="0"/>
              </a:rPr>
              <a:t>)</a:t>
            </a:r>
          </a:p>
        </p:txBody>
      </p:sp>
      <p:pic>
        <p:nvPicPr>
          <p:cNvPr id="318" name="Grafik 317">
            <a:extLst>
              <a:ext uri="{FF2B5EF4-FFF2-40B4-BE49-F238E27FC236}">
                <a16:creationId xmlns:a16="http://schemas.microsoft.com/office/drawing/2014/main" id="{E5AB0D60-F66D-A814-DA3D-9BCF005C8F9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 rot="2700000">
            <a:off x="399854" y="11256066"/>
            <a:ext cx="360000" cy="360000"/>
          </a:xfrm>
          <a:prstGeom prst="rect">
            <a:avLst/>
          </a:prstGeom>
        </p:spPr>
      </p:pic>
      <p:sp>
        <p:nvSpPr>
          <p:cNvPr id="319" name="Metin kutusu 318">
            <a:extLst>
              <a:ext uri="{FF2B5EF4-FFF2-40B4-BE49-F238E27FC236}">
                <a16:creationId xmlns:a16="http://schemas.microsoft.com/office/drawing/2014/main" id="{7E7945D8-FFD8-A939-3D28-7298241D63AA}"/>
              </a:ext>
            </a:extLst>
          </p:cNvPr>
          <p:cNvSpPr txBox="1"/>
          <p:nvPr/>
        </p:nvSpPr>
        <p:spPr>
          <a:xfrm>
            <a:off x="608604" y="11785980"/>
            <a:ext cx="484428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Kalite</a:t>
            </a:r>
          </a:p>
        </p:txBody>
      </p:sp>
      <p:sp>
        <p:nvSpPr>
          <p:cNvPr id="320" name="Metin kutusu 319">
            <a:extLst>
              <a:ext uri="{FF2B5EF4-FFF2-40B4-BE49-F238E27FC236}">
                <a16:creationId xmlns:a16="http://schemas.microsoft.com/office/drawing/2014/main" id="{3103E9A1-C28A-39AE-3400-68D59A72153D}"/>
              </a:ext>
            </a:extLst>
          </p:cNvPr>
          <p:cNvSpPr txBox="1"/>
          <p:nvPr/>
        </p:nvSpPr>
        <p:spPr>
          <a:xfrm>
            <a:off x="608604" y="12146304"/>
            <a:ext cx="787395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Performans</a:t>
            </a:r>
          </a:p>
        </p:txBody>
      </p:sp>
      <p:sp>
        <p:nvSpPr>
          <p:cNvPr id="321" name="Metin kutusu 320">
            <a:extLst>
              <a:ext uri="{FF2B5EF4-FFF2-40B4-BE49-F238E27FC236}">
                <a16:creationId xmlns:a16="http://schemas.microsoft.com/office/drawing/2014/main" id="{EDD54351-E34C-A4A9-47AB-96A83CA570FB}"/>
              </a:ext>
            </a:extLst>
          </p:cNvPr>
          <p:cNvSpPr txBox="1"/>
          <p:nvPr/>
        </p:nvSpPr>
        <p:spPr>
          <a:xfrm>
            <a:off x="608604" y="12506628"/>
            <a:ext cx="957313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tr-TR" sz="900" dirty="0">
                <a:solidFill>
                  <a:srgbClr val="98A7B6"/>
                </a:solidFill>
                <a:latin typeface="IBM Plex Sans" panose="020B0503050203000203" pitchFamily="34" charset="0"/>
              </a:rPr>
              <a:t>Kullanılabilirlik</a:t>
            </a:r>
          </a:p>
        </p:txBody>
      </p:sp>
      <p:sp>
        <p:nvSpPr>
          <p:cNvPr id="322" name="Dikdörtgen: Köşeleri Yuvarlatılmış 321">
            <a:extLst>
              <a:ext uri="{FF2B5EF4-FFF2-40B4-BE49-F238E27FC236}">
                <a16:creationId xmlns:a16="http://schemas.microsoft.com/office/drawing/2014/main" id="{58FA8DAA-6BA5-7C43-31DD-1B9AAD84BBD2}"/>
              </a:ext>
            </a:extLst>
          </p:cNvPr>
          <p:cNvSpPr/>
          <p:nvPr/>
        </p:nvSpPr>
        <p:spPr>
          <a:xfrm>
            <a:off x="1604476" y="11840227"/>
            <a:ext cx="1999784" cy="1143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3" name="Dikdörtgen: Köşeleri Yuvarlatılmış 322">
            <a:extLst>
              <a:ext uri="{FF2B5EF4-FFF2-40B4-BE49-F238E27FC236}">
                <a16:creationId xmlns:a16="http://schemas.microsoft.com/office/drawing/2014/main" id="{BD801979-22AC-2039-E505-55DE7EA7CD8D}"/>
              </a:ext>
            </a:extLst>
          </p:cNvPr>
          <p:cNvSpPr/>
          <p:nvPr/>
        </p:nvSpPr>
        <p:spPr>
          <a:xfrm>
            <a:off x="1619715" y="11852927"/>
            <a:ext cx="1080000" cy="90000"/>
          </a:xfrm>
          <a:prstGeom prst="roundRect">
            <a:avLst>
              <a:gd name="adj" fmla="val 50000"/>
            </a:avLst>
          </a:prstGeom>
          <a:solidFill>
            <a:srgbClr val="E7B75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4" name="Dikdörtgen: Köşeleri Yuvarlatılmış 323">
            <a:extLst>
              <a:ext uri="{FF2B5EF4-FFF2-40B4-BE49-F238E27FC236}">
                <a16:creationId xmlns:a16="http://schemas.microsoft.com/office/drawing/2014/main" id="{744CA4DF-FB3D-C405-2736-95F38A4560F3}"/>
              </a:ext>
            </a:extLst>
          </p:cNvPr>
          <p:cNvSpPr/>
          <p:nvPr/>
        </p:nvSpPr>
        <p:spPr>
          <a:xfrm>
            <a:off x="1604476" y="12209059"/>
            <a:ext cx="1999784" cy="1143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5" name="Dikdörtgen: Köşeleri Yuvarlatılmış 324">
            <a:extLst>
              <a:ext uri="{FF2B5EF4-FFF2-40B4-BE49-F238E27FC236}">
                <a16:creationId xmlns:a16="http://schemas.microsoft.com/office/drawing/2014/main" id="{F4B535F2-90BB-B6D0-2AEE-9F8D2E387102}"/>
              </a:ext>
            </a:extLst>
          </p:cNvPr>
          <p:cNvSpPr/>
          <p:nvPr/>
        </p:nvSpPr>
        <p:spPr>
          <a:xfrm>
            <a:off x="1619715" y="12221759"/>
            <a:ext cx="900000" cy="90000"/>
          </a:xfrm>
          <a:prstGeom prst="roundRect">
            <a:avLst>
              <a:gd name="adj" fmla="val 50000"/>
            </a:avLst>
          </a:prstGeom>
          <a:solidFill>
            <a:srgbClr val="E7B75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6" name="Dikdörtgen: Köşeleri Yuvarlatılmış 325">
            <a:extLst>
              <a:ext uri="{FF2B5EF4-FFF2-40B4-BE49-F238E27FC236}">
                <a16:creationId xmlns:a16="http://schemas.microsoft.com/office/drawing/2014/main" id="{DCB0B6D3-B0C7-0570-8CAD-F1913717BEFC}"/>
              </a:ext>
            </a:extLst>
          </p:cNvPr>
          <p:cNvSpPr/>
          <p:nvPr/>
        </p:nvSpPr>
        <p:spPr>
          <a:xfrm>
            <a:off x="1604476" y="12577891"/>
            <a:ext cx="1999784" cy="114300"/>
          </a:xfrm>
          <a:prstGeom prst="roundRect">
            <a:avLst>
              <a:gd name="adj" fmla="val 50000"/>
            </a:avLst>
          </a:prstGeom>
          <a:solidFill>
            <a:srgbClr val="0B1118"/>
          </a:solidFill>
          <a:ln w="9525">
            <a:solidFill>
              <a:srgbClr val="222E3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7" name="Dikdörtgen: Köşeleri Yuvarlatılmış 326">
            <a:extLst>
              <a:ext uri="{FF2B5EF4-FFF2-40B4-BE49-F238E27FC236}">
                <a16:creationId xmlns:a16="http://schemas.microsoft.com/office/drawing/2014/main" id="{861E2A2E-ED80-0A5F-E662-15D18A00F4C1}"/>
              </a:ext>
            </a:extLst>
          </p:cNvPr>
          <p:cNvSpPr/>
          <p:nvPr/>
        </p:nvSpPr>
        <p:spPr>
          <a:xfrm>
            <a:off x="1619715" y="12590591"/>
            <a:ext cx="720000" cy="90000"/>
          </a:xfrm>
          <a:prstGeom prst="roundRect">
            <a:avLst>
              <a:gd name="adj" fmla="val 50000"/>
            </a:avLst>
          </a:prstGeom>
          <a:solidFill>
            <a:srgbClr val="E7B75C"/>
          </a:solidFill>
          <a:ln w="9525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28" name="Metin kutusu 327">
            <a:extLst>
              <a:ext uri="{FF2B5EF4-FFF2-40B4-BE49-F238E27FC236}">
                <a16:creationId xmlns:a16="http://schemas.microsoft.com/office/drawing/2014/main" id="{9012C9FB-3B75-5A84-82B2-4B9A32876E54}"/>
              </a:ext>
            </a:extLst>
          </p:cNvPr>
          <p:cNvSpPr txBox="1"/>
          <p:nvPr/>
        </p:nvSpPr>
        <p:spPr>
          <a:xfrm>
            <a:off x="3593031" y="11760140"/>
            <a:ext cx="6094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050" dirty="0">
                <a:solidFill>
                  <a:srgbClr val="98A7B6"/>
                </a:solidFill>
                <a:latin typeface="IBM Plex Sans" panose="020B0503050203000203" pitchFamily="34" charset="0"/>
              </a:rPr>
              <a:t>65,2%</a:t>
            </a:r>
          </a:p>
        </p:txBody>
      </p:sp>
      <p:sp>
        <p:nvSpPr>
          <p:cNvPr id="329" name="Metin kutusu 328">
            <a:extLst>
              <a:ext uri="{FF2B5EF4-FFF2-40B4-BE49-F238E27FC236}">
                <a16:creationId xmlns:a16="http://schemas.microsoft.com/office/drawing/2014/main" id="{561D5B9A-E768-8045-2CCF-ECDEF4AE0931}"/>
              </a:ext>
            </a:extLst>
          </p:cNvPr>
          <p:cNvSpPr txBox="1"/>
          <p:nvPr/>
        </p:nvSpPr>
        <p:spPr>
          <a:xfrm>
            <a:off x="3593031" y="12118134"/>
            <a:ext cx="6094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050" dirty="0">
                <a:solidFill>
                  <a:srgbClr val="98A7B6"/>
                </a:solidFill>
                <a:latin typeface="IBM Plex Sans" panose="020B0503050203000203" pitchFamily="34" charset="0"/>
              </a:rPr>
              <a:t>55,1%</a:t>
            </a:r>
          </a:p>
        </p:txBody>
      </p:sp>
      <p:sp>
        <p:nvSpPr>
          <p:cNvPr id="330" name="Metin kutusu 329">
            <a:extLst>
              <a:ext uri="{FF2B5EF4-FFF2-40B4-BE49-F238E27FC236}">
                <a16:creationId xmlns:a16="http://schemas.microsoft.com/office/drawing/2014/main" id="{0D17FCC0-9E72-3E2A-E87B-261910408210}"/>
              </a:ext>
            </a:extLst>
          </p:cNvPr>
          <p:cNvSpPr txBox="1"/>
          <p:nvPr/>
        </p:nvSpPr>
        <p:spPr>
          <a:xfrm>
            <a:off x="3593031" y="12483544"/>
            <a:ext cx="609461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tr-TR" sz="1050" dirty="0">
                <a:solidFill>
                  <a:srgbClr val="98A7B6"/>
                </a:solidFill>
                <a:latin typeface="IBM Plex Sans" panose="020B0503050203000203" pitchFamily="34" charset="0"/>
              </a:rPr>
              <a:t>48,6%</a:t>
            </a:r>
          </a:p>
        </p:txBody>
      </p:sp>
      <p:pic>
        <p:nvPicPr>
          <p:cNvPr id="331" name="Grafik 330">
            <a:extLst>
              <a:ext uri="{FF2B5EF4-FFF2-40B4-BE49-F238E27FC236}">
                <a16:creationId xmlns:a16="http://schemas.microsoft.com/office/drawing/2014/main" id="{40C475BD-7585-0C26-4D78-0E96CA7ECB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4246031" y="11807377"/>
            <a:ext cx="101671" cy="180000"/>
          </a:xfrm>
          <a:prstGeom prst="rect">
            <a:avLst/>
          </a:prstGeom>
        </p:spPr>
      </p:pic>
      <p:pic>
        <p:nvPicPr>
          <p:cNvPr id="332" name="Grafik 331">
            <a:extLst>
              <a:ext uri="{FF2B5EF4-FFF2-40B4-BE49-F238E27FC236}">
                <a16:creationId xmlns:a16="http://schemas.microsoft.com/office/drawing/2014/main" id="{22352257-97BC-F723-CD3C-4645A0E5D04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4246031" y="12174022"/>
            <a:ext cx="101671" cy="180000"/>
          </a:xfrm>
          <a:prstGeom prst="rect">
            <a:avLst/>
          </a:prstGeom>
        </p:spPr>
      </p:pic>
      <p:pic>
        <p:nvPicPr>
          <p:cNvPr id="333" name="Grafik 332">
            <a:extLst>
              <a:ext uri="{FF2B5EF4-FFF2-40B4-BE49-F238E27FC236}">
                <a16:creationId xmlns:a16="http://schemas.microsoft.com/office/drawing/2014/main" id="{DAECAEA9-9EBF-219E-2CB2-EE11AEC5C04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4246031" y="12540667"/>
            <a:ext cx="101671" cy="180000"/>
          </a:xfrm>
          <a:prstGeom prst="rect">
            <a:avLst/>
          </a:prstGeom>
        </p:spPr>
      </p:pic>
      <p:sp>
        <p:nvSpPr>
          <p:cNvPr id="334" name="Dikdörtgen: Köşeleri Yuvarlatılmış 333">
            <a:extLst>
              <a:ext uri="{FF2B5EF4-FFF2-40B4-BE49-F238E27FC236}">
                <a16:creationId xmlns:a16="http://schemas.microsoft.com/office/drawing/2014/main" id="{F82409EA-C70A-63A7-729F-7374A3E9BE18}"/>
              </a:ext>
            </a:extLst>
          </p:cNvPr>
          <p:cNvSpPr/>
          <p:nvPr/>
        </p:nvSpPr>
        <p:spPr>
          <a:xfrm>
            <a:off x="4590744" y="11731822"/>
            <a:ext cx="1312259" cy="1146168"/>
          </a:xfrm>
          <a:prstGeom prst="roundRect">
            <a:avLst>
              <a:gd name="adj" fmla="val 5732"/>
            </a:avLst>
          </a:prstGeom>
          <a:solidFill>
            <a:srgbClr val="0F1720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335" name="Resim 334" descr="What Is OEE and How Does It Work? | OEE Software">
            <a:extLst>
              <a:ext uri="{FF2B5EF4-FFF2-40B4-BE49-F238E27FC236}">
                <a16:creationId xmlns:a16="http://schemas.microsoft.com/office/drawing/2014/main" id="{4870B59A-4979-E082-A616-F23DFC583418}"/>
              </a:ext>
            </a:extLst>
          </p:cNvPr>
          <p:cNvPicPr>
            <a:picLocks noChangeAspect="1"/>
          </p:cNvPicPr>
          <p:nvPr/>
        </p:nvPicPr>
        <p:blipFill>
          <a:blip r:embed="rId21"/>
          <a:srcRect l="77860" t="62592" r="6393" b="27383"/>
          <a:stretch>
            <a:fillRect/>
          </a:stretch>
        </p:blipFill>
        <p:spPr>
          <a:xfrm>
            <a:off x="4721750" y="11958641"/>
            <a:ext cx="1013359" cy="698083"/>
          </a:xfrm>
          <a:prstGeom prst="rect">
            <a:avLst/>
          </a:prstGeom>
        </p:spPr>
      </p:pic>
      <p:sp>
        <p:nvSpPr>
          <p:cNvPr id="336" name="Dikdörtgen: Köşeleri Yuvarlatılmış 335">
            <a:extLst>
              <a:ext uri="{FF2B5EF4-FFF2-40B4-BE49-F238E27FC236}">
                <a16:creationId xmlns:a16="http://schemas.microsoft.com/office/drawing/2014/main" id="{164BB351-AB5B-EB80-42D2-9D1AD5CDFAB8}"/>
              </a:ext>
            </a:extLst>
          </p:cNvPr>
          <p:cNvSpPr/>
          <p:nvPr/>
        </p:nvSpPr>
        <p:spPr>
          <a:xfrm>
            <a:off x="341866" y="13112037"/>
            <a:ext cx="5734491" cy="2586366"/>
          </a:xfrm>
          <a:prstGeom prst="roundRect">
            <a:avLst>
              <a:gd name="adj" fmla="val 7694"/>
            </a:avLst>
          </a:prstGeom>
          <a:solidFill>
            <a:srgbClr val="182431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37" name="Dikdörtgen: Köşeleri Yuvarlatılmış 336">
            <a:extLst>
              <a:ext uri="{FF2B5EF4-FFF2-40B4-BE49-F238E27FC236}">
                <a16:creationId xmlns:a16="http://schemas.microsoft.com/office/drawing/2014/main" id="{225936ED-C072-71BE-39E6-CF41862E4FA1}"/>
              </a:ext>
            </a:extLst>
          </p:cNvPr>
          <p:cNvSpPr/>
          <p:nvPr/>
        </p:nvSpPr>
        <p:spPr>
          <a:xfrm>
            <a:off x="484419" y="13626929"/>
            <a:ext cx="2620037" cy="897812"/>
          </a:xfrm>
          <a:prstGeom prst="roundRect">
            <a:avLst>
              <a:gd name="adj" fmla="val 15333"/>
            </a:avLst>
          </a:prstGeom>
          <a:solidFill>
            <a:srgbClr val="0F1720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38" name="Dikdörtgen: Köşeleri Yuvarlatılmış 337">
            <a:extLst>
              <a:ext uri="{FF2B5EF4-FFF2-40B4-BE49-F238E27FC236}">
                <a16:creationId xmlns:a16="http://schemas.microsoft.com/office/drawing/2014/main" id="{7967E12B-BCE6-150B-50AE-0AF035E0D86B}"/>
              </a:ext>
            </a:extLst>
          </p:cNvPr>
          <p:cNvSpPr/>
          <p:nvPr/>
        </p:nvSpPr>
        <p:spPr>
          <a:xfrm>
            <a:off x="3289122" y="13626929"/>
            <a:ext cx="2620037" cy="897812"/>
          </a:xfrm>
          <a:prstGeom prst="roundRect">
            <a:avLst>
              <a:gd name="adj" fmla="val 13635"/>
            </a:avLst>
          </a:prstGeom>
          <a:solidFill>
            <a:srgbClr val="0F1720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39" name="Dikdörtgen: Köşeleri Yuvarlatılmış 338">
            <a:extLst>
              <a:ext uri="{FF2B5EF4-FFF2-40B4-BE49-F238E27FC236}">
                <a16:creationId xmlns:a16="http://schemas.microsoft.com/office/drawing/2014/main" id="{8B1D3555-2074-0985-BFD3-3969EEFF9EF9}"/>
              </a:ext>
            </a:extLst>
          </p:cNvPr>
          <p:cNvSpPr/>
          <p:nvPr/>
        </p:nvSpPr>
        <p:spPr>
          <a:xfrm>
            <a:off x="484419" y="14662666"/>
            <a:ext cx="2620037" cy="897812"/>
          </a:xfrm>
          <a:prstGeom prst="roundRect">
            <a:avLst>
              <a:gd name="adj" fmla="val 12786"/>
            </a:avLst>
          </a:prstGeom>
          <a:solidFill>
            <a:srgbClr val="0F1720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0" name="Dikdörtgen: Köşeleri Yuvarlatılmış 339">
            <a:extLst>
              <a:ext uri="{FF2B5EF4-FFF2-40B4-BE49-F238E27FC236}">
                <a16:creationId xmlns:a16="http://schemas.microsoft.com/office/drawing/2014/main" id="{7C6397ED-FF7E-BEAD-31EF-27C1A79A560F}"/>
              </a:ext>
            </a:extLst>
          </p:cNvPr>
          <p:cNvSpPr/>
          <p:nvPr/>
        </p:nvSpPr>
        <p:spPr>
          <a:xfrm>
            <a:off x="3289122" y="14662666"/>
            <a:ext cx="2620037" cy="897812"/>
          </a:xfrm>
          <a:prstGeom prst="roundRect">
            <a:avLst>
              <a:gd name="adj" fmla="val 11089"/>
            </a:avLst>
          </a:prstGeom>
          <a:solidFill>
            <a:srgbClr val="0F1720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341" name="Metin kutusu 340">
            <a:extLst>
              <a:ext uri="{FF2B5EF4-FFF2-40B4-BE49-F238E27FC236}">
                <a16:creationId xmlns:a16="http://schemas.microsoft.com/office/drawing/2014/main" id="{54FC2BAF-74B3-BE6F-872A-7F512858FF4A}"/>
              </a:ext>
            </a:extLst>
          </p:cNvPr>
          <p:cNvSpPr txBox="1"/>
          <p:nvPr/>
        </p:nvSpPr>
        <p:spPr>
          <a:xfrm>
            <a:off x="762645" y="13157390"/>
            <a:ext cx="218880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dirty="0">
                <a:latin typeface="IBM Plex Sans" panose="020B0503050203000203" pitchFamily="34" charset="0"/>
              </a:rPr>
              <a:t>İşler</a:t>
            </a:r>
          </a:p>
        </p:txBody>
      </p:sp>
      <p:pic>
        <p:nvPicPr>
          <p:cNvPr id="342" name="Grafik 341">
            <a:extLst>
              <a:ext uri="{FF2B5EF4-FFF2-40B4-BE49-F238E27FC236}">
                <a16:creationId xmlns:a16="http://schemas.microsoft.com/office/drawing/2014/main" id="{10774ABE-B247-B627-3FED-AB42CA1C4E7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38645" y="13140545"/>
            <a:ext cx="360000" cy="360000"/>
          </a:xfrm>
          <a:prstGeom prst="rect">
            <a:avLst/>
          </a:prstGeom>
        </p:spPr>
      </p:pic>
      <p:pic>
        <p:nvPicPr>
          <p:cNvPr id="343" name="Grafik 342">
            <a:extLst>
              <a:ext uri="{FF2B5EF4-FFF2-40B4-BE49-F238E27FC236}">
                <a16:creationId xmlns:a16="http://schemas.microsoft.com/office/drawing/2014/main" id="{D8C56554-157D-B6F7-DE0F-E35D8793FA3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3474511" y="14739548"/>
            <a:ext cx="252000" cy="252000"/>
          </a:xfrm>
          <a:prstGeom prst="rect">
            <a:avLst/>
          </a:prstGeom>
        </p:spPr>
      </p:pic>
      <p:pic>
        <p:nvPicPr>
          <p:cNvPr id="344" name="Grafik 343">
            <a:extLst>
              <a:ext uri="{FF2B5EF4-FFF2-40B4-BE49-F238E27FC236}">
                <a16:creationId xmlns:a16="http://schemas.microsoft.com/office/drawing/2014/main" id="{8BFDBC25-2A5E-7B2F-5267-FCCF903E831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521866" y="13717817"/>
            <a:ext cx="252000" cy="252000"/>
          </a:xfrm>
          <a:prstGeom prst="rect">
            <a:avLst/>
          </a:prstGeom>
        </p:spPr>
      </p:pic>
      <p:pic>
        <p:nvPicPr>
          <p:cNvPr id="345" name="Grafik 344">
            <a:extLst>
              <a:ext uri="{FF2B5EF4-FFF2-40B4-BE49-F238E27FC236}">
                <a16:creationId xmlns:a16="http://schemas.microsoft.com/office/drawing/2014/main" id="{3A55A385-3759-6560-EA75-58BEA0D8F7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546645" y="14739549"/>
            <a:ext cx="252000" cy="252000"/>
          </a:xfrm>
          <a:prstGeom prst="rect">
            <a:avLst/>
          </a:prstGeom>
        </p:spPr>
      </p:pic>
      <p:sp>
        <p:nvSpPr>
          <p:cNvPr id="346" name="Metin kutusu 345">
            <a:extLst>
              <a:ext uri="{FF2B5EF4-FFF2-40B4-BE49-F238E27FC236}">
                <a16:creationId xmlns:a16="http://schemas.microsoft.com/office/drawing/2014/main" id="{A7139449-B953-A1A0-E2CB-6AB9A7E28875}"/>
              </a:ext>
            </a:extLst>
          </p:cNvPr>
          <p:cNvSpPr txBox="1"/>
          <p:nvPr/>
        </p:nvSpPr>
        <p:spPr>
          <a:xfrm>
            <a:off x="724386" y="13728401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E7B75C"/>
                </a:solidFill>
                <a:latin typeface="IBM Plex Sans" panose="020B0503050203000203" pitchFamily="34" charset="0"/>
              </a:rPr>
              <a:t>Aktif İş</a:t>
            </a:r>
          </a:p>
        </p:txBody>
      </p:sp>
      <p:sp>
        <p:nvSpPr>
          <p:cNvPr id="347" name="Metin kutusu 346">
            <a:extLst>
              <a:ext uri="{FF2B5EF4-FFF2-40B4-BE49-F238E27FC236}">
                <a16:creationId xmlns:a16="http://schemas.microsoft.com/office/drawing/2014/main" id="{88126ADA-890E-C96C-FEDC-6542E7745C9F}"/>
              </a:ext>
            </a:extLst>
          </p:cNvPr>
          <p:cNvSpPr txBox="1"/>
          <p:nvPr/>
        </p:nvSpPr>
        <p:spPr>
          <a:xfrm>
            <a:off x="749165" y="14750133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2FD17B"/>
                </a:solidFill>
                <a:latin typeface="IBM Plex Sans" panose="020B0503050203000203" pitchFamily="34" charset="0"/>
              </a:rPr>
              <a:t>Üretimde</a:t>
            </a:r>
          </a:p>
        </p:txBody>
      </p:sp>
      <p:sp>
        <p:nvSpPr>
          <p:cNvPr id="348" name="Metin kutusu 347">
            <a:extLst>
              <a:ext uri="{FF2B5EF4-FFF2-40B4-BE49-F238E27FC236}">
                <a16:creationId xmlns:a16="http://schemas.microsoft.com/office/drawing/2014/main" id="{DC475EFB-3EBF-30C4-5765-FE3BB0A741D9}"/>
              </a:ext>
            </a:extLst>
          </p:cNvPr>
          <p:cNvSpPr txBox="1"/>
          <p:nvPr/>
        </p:nvSpPr>
        <p:spPr>
          <a:xfrm>
            <a:off x="3652252" y="13728401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45C7D8"/>
                </a:solidFill>
                <a:latin typeface="IBM Plex Sans" panose="020B0503050203000203" pitchFamily="34" charset="0"/>
              </a:rPr>
              <a:t>Teklifte</a:t>
            </a:r>
          </a:p>
        </p:txBody>
      </p:sp>
      <p:sp>
        <p:nvSpPr>
          <p:cNvPr id="349" name="Metin kutusu 348">
            <a:extLst>
              <a:ext uri="{FF2B5EF4-FFF2-40B4-BE49-F238E27FC236}">
                <a16:creationId xmlns:a16="http://schemas.microsoft.com/office/drawing/2014/main" id="{E2635445-1B3F-3905-1AAE-2E7D5575C60D}"/>
              </a:ext>
            </a:extLst>
          </p:cNvPr>
          <p:cNvSpPr txBox="1"/>
          <p:nvPr/>
        </p:nvSpPr>
        <p:spPr>
          <a:xfrm>
            <a:off x="3677031" y="14750132"/>
            <a:ext cx="8640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r-TR" sz="900" dirty="0">
                <a:solidFill>
                  <a:srgbClr val="E86F6F"/>
                </a:solidFill>
                <a:latin typeface="IBM Plex Sans" panose="020B0503050203000203" pitchFamily="34" charset="0"/>
              </a:rPr>
              <a:t>Teslim Riski</a:t>
            </a:r>
          </a:p>
        </p:txBody>
      </p:sp>
      <p:sp>
        <p:nvSpPr>
          <p:cNvPr id="350" name="Metin kutusu 349">
            <a:extLst>
              <a:ext uri="{FF2B5EF4-FFF2-40B4-BE49-F238E27FC236}">
                <a16:creationId xmlns:a16="http://schemas.microsoft.com/office/drawing/2014/main" id="{164855F1-E199-CED1-3E8C-3023C958BE66}"/>
              </a:ext>
            </a:extLst>
          </p:cNvPr>
          <p:cNvSpPr txBox="1"/>
          <p:nvPr/>
        </p:nvSpPr>
        <p:spPr>
          <a:xfrm>
            <a:off x="2077552" y="13897817"/>
            <a:ext cx="8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3200" dirty="0">
                <a:solidFill>
                  <a:srgbClr val="E7B75C"/>
                </a:solidFill>
                <a:latin typeface="IBM Plex Sans" panose="020B0503050203000203" pitchFamily="34" charset="0"/>
              </a:rPr>
              <a:t>11</a:t>
            </a:r>
          </a:p>
        </p:txBody>
      </p:sp>
      <p:sp>
        <p:nvSpPr>
          <p:cNvPr id="351" name="Metin kutusu 350">
            <a:extLst>
              <a:ext uri="{FF2B5EF4-FFF2-40B4-BE49-F238E27FC236}">
                <a16:creationId xmlns:a16="http://schemas.microsoft.com/office/drawing/2014/main" id="{4A2B70E7-7F78-AAC1-E80A-6D77F12AE83B}"/>
              </a:ext>
            </a:extLst>
          </p:cNvPr>
          <p:cNvSpPr txBox="1"/>
          <p:nvPr/>
        </p:nvSpPr>
        <p:spPr>
          <a:xfrm>
            <a:off x="2077552" y="14950484"/>
            <a:ext cx="8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3200" dirty="0">
                <a:solidFill>
                  <a:srgbClr val="2FD17B"/>
                </a:solidFill>
                <a:latin typeface="IBM Plex Sans" panose="020B0503050203000203" pitchFamily="34" charset="0"/>
              </a:rPr>
              <a:t>7</a:t>
            </a:r>
          </a:p>
        </p:txBody>
      </p:sp>
      <p:sp>
        <p:nvSpPr>
          <p:cNvPr id="352" name="Metin kutusu 351">
            <a:extLst>
              <a:ext uri="{FF2B5EF4-FFF2-40B4-BE49-F238E27FC236}">
                <a16:creationId xmlns:a16="http://schemas.microsoft.com/office/drawing/2014/main" id="{85426DE5-C9EA-4F3C-4F08-20A6AE3FED66}"/>
              </a:ext>
            </a:extLst>
          </p:cNvPr>
          <p:cNvSpPr txBox="1"/>
          <p:nvPr/>
        </p:nvSpPr>
        <p:spPr>
          <a:xfrm>
            <a:off x="4896511" y="13897817"/>
            <a:ext cx="8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3200" dirty="0">
                <a:solidFill>
                  <a:srgbClr val="45C7D8"/>
                </a:solidFill>
                <a:latin typeface="IBM Plex Sans" panose="020B0503050203000203" pitchFamily="34" charset="0"/>
              </a:rPr>
              <a:t>3</a:t>
            </a:r>
          </a:p>
        </p:txBody>
      </p:sp>
      <p:sp>
        <p:nvSpPr>
          <p:cNvPr id="353" name="Metin kutusu 352">
            <a:extLst>
              <a:ext uri="{FF2B5EF4-FFF2-40B4-BE49-F238E27FC236}">
                <a16:creationId xmlns:a16="http://schemas.microsoft.com/office/drawing/2014/main" id="{C2BD259F-7B3D-C6B0-2261-F998C520DDFA}"/>
              </a:ext>
            </a:extLst>
          </p:cNvPr>
          <p:cNvSpPr txBox="1"/>
          <p:nvPr/>
        </p:nvSpPr>
        <p:spPr>
          <a:xfrm>
            <a:off x="4896511" y="14950484"/>
            <a:ext cx="864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tr-TR" sz="3200" dirty="0">
                <a:solidFill>
                  <a:srgbClr val="E86F6F"/>
                </a:solidFill>
                <a:latin typeface="IBM Plex Sans" panose="020B0503050203000203" pitchFamily="34" charset="0"/>
              </a:rPr>
              <a:t>4</a:t>
            </a:r>
          </a:p>
        </p:txBody>
      </p:sp>
      <p:pic>
        <p:nvPicPr>
          <p:cNvPr id="354" name="Grafik 353">
            <a:extLst>
              <a:ext uri="{FF2B5EF4-FFF2-40B4-BE49-F238E27FC236}">
                <a16:creationId xmlns:a16="http://schemas.microsoft.com/office/drawing/2014/main" id="{7A126761-E67F-31E5-6C41-7C293CE44FC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51222" y="14100204"/>
            <a:ext cx="101671" cy="180000"/>
          </a:xfrm>
          <a:prstGeom prst="rect">
            <a:avLst/>
          </a:prstGeom>
        </p:spPr>
      </p:pic>
      <p:pic>
        <p:nvPicPr>
          <p:cNvPr id="355" name="Grafik 354">
            <a:extLst>
              <a:ext uri="{FF2B5EF4-FFF2-40B4-BE49-F238E27FC236}">
                <a16:creationId xmlns:a16="http://schemas.microsoft.com/office/drawing/2014/main" id="{FD012540-DED2-A811-3793-815BEB3F713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2951222" y="15147233"/>
            <a:ext cx="101671" cy="180000"/>
          </a:xfrm>
          <a:prstGeom prst="rect">
            <a:avLst/>
          </a:prstGeom>
        </p:spPr>
      </p:pic>
      <p:pic>
        <p:nvPicPr>
          <p:cNvPr id="356" name="Grafik 355">
            <a:extLst>
              <a:ext uri="{FF2B5EF4-FFF2-40B4-BE49-F238E27FC236}">
                <a16:creationId xmlns:a16="http://schemas.microsoft.com/office/drawing/2014/main" id="{5C108013-565F-B3F6-12E1-2A7EF0AFB6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5767306" y="14100204"/>
            <a:ext cx="101671" cy="180000"/>
          </a:xfrm>
          <a:prstGeom prst="rect">
            <a:avLst/>
          </a:prstGeom>
        </p:spPr>
      </p:pic>
      <p:pic>
        <p:nvPicPr>
          <p:cNvPr id="357" name="Grafik 356">
            <a:extLst>
              <a:ext uri="{FF2B5EF4-FFF2-40B4-BE49-F238E27FC236}">
                <a16:creationId xmlns:a16="http://schemas.microsoft.com/office/drawing/2014/main" id="{13904D71-FF6C-B704-BE4B-7C0FA48FD66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l="33111" t="16444" r="28815" b="16149"/>
          <a:stretch>
            <a:fillRect/>
          </a:stretch>
        </p:blipFill>
        <p:spPr>
          <a:xfrm>
            <a:off x="5767306" y="15147233"/>
            <a:ext cx="101671" cy="180000"/>
          </a:xfrm>
          <a:prstGeom prst="rect">
            <a:avLst/>
          </a:prstGeom>
        </p:spPr>
      </p:pic>
      <p:pic>
        <p:nvPicPr>
          <p:cNvPr id="358" name="Grafik 357">
            <a:extLst>
              <a:ext uri="{FF2B5EF4-FFF2-40B4-BE49-F238E27FC236}">
                <a16:creationId xmlns:a16="http://schemas.microsoft.com/office/drawing/2014/main" id="{01517F8D-E644-E44F-142A-2CD80CAFDB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 flipH="1">
            <a:off x="3460428" y="13723548"/>
            <a:ext cx="252000" cy="252000"/>
          </a:xfrm>
          <a:prstGeom prst="rect">
            <a:avLst/>
          </a:prstGeom>
        </p:spPr>
      </p:pic>
      <p:grpSp>
        <p:nvGrpSpPr>
          <p:cNvPr id="359" name="Grup 358">
            <a:extLst>
              <a:ext uri="{FF2B5EF4-FFF2-40B4-BE49-F238E27FC236}">
                <a16:creationId xmlns:a16="http://schemas.microsoft.com/office/drawing/2014/main" id="{2314371F-A99A-5C01-6941-D083034A8FC9}"/>
              </a:ext>
            </a:extLst>
          </p:cNvPr>
          <p:cNvGrpSpPr/>
          <p:nvPr/>
        </p:nvGrpSpPr>
        <p:grpSpPr>
          <a:xfrm>
            <a:off x="342482" y="15784554"/>
            <a:ext cx="5734491" cy="1778637"/>
            <a:chOff x="5153750" y="9016711"/>
            <a:chExt cx="5734491" cy="1778637"/>
          </a:xfrm>
        </p:grpSpPr>
        <p:sp>
          <p:nvSpPr>
            <p:cNvPr id="360" name="Dikdörtgen: Köşeleri Yuvarlatılmış 359">
              <a:extLst>
                <a:ext uri="{FF2B5EF4-FFF2-40B4-BE49-F238E27FC236}">
                  <a16:creationId xmlns:a16="http://schemas.microsoft.com/office/drawing/2014/main" id="{76EC2867-83B0-1A92-7BF5-FE0037C475BB}"/>
                </a:ext>
              </a:extLst>
            </p:cNvPr>
            <p:cNvSpPr/>
            <p:nvPr/>
          </p:nvSpPr>
          <p:spPr>
            <a:xfrm>
              <a:off x="5153750" y="9016711"/>
              <a:ext cx="5734491" cy="1778637"/>
            </a:xfrm>
            <a:prstGeom prst="roundRect">
              <a:avLst>
                <a:gd name="adj" fmla="val 9752"/>
              </a:avLst>
            </a:prstGeom>
            <a:solidFill>
              <a:srgbClr val="182431"/>
            </a:solidFill>
            <a:ln w="9525">
              <a:solidFill>
                <a:srgbClr val="3445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361" name="Grafik 360">
              <a:extLst>
                <a:ext uri="{FF2B5EF4-FFF2-40B4-BE49-F238E27FC236}">
                  <a16:creationId xmlns:a16="http://schemas.microsoft.com/office/drawing/2014/main" id="{21C7D97D-AB1F-B913-36D5-71C87762F6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26"/>
                </a:ext>
              </a:extLst>
            </a:blip>
            <a:stretch>
              <a:fillRect/>
            </a:stretch>
          </p:blipFill>
          <p:spPr>
            <a:xfrm>
              <a:off x="5215632" y="9082621"/>
              <a:ext cx="426308" cy="426308"/>
            </a:xfrm>
            <a:prstGeom prst="rect">
              <a:avLst/>
            </a:prstGeom>
          </p:spPr>
        </p:pic>
        <p:sp>
          <p:nvSpPr>
            <p:cNvPr id="362" name="Metin kutusu 361">
              <a:extLst>
                <a:ext uri="{FF2B5EF4-FFF2-40B4-BE49-F238E27FC236}">
                  <a16:creationId xmlns:a16="http://schemas.microsoft.com/office/drawing/2014/main" id="{F01D04E1-A00F-FE2E-04CB-5F1DA9F78E3A}"/>
                </a:ext>
              </a:extLst>
            </p:cNvPr>
            <p:cNvSpPr txBox="1"/>
            <p:nvPr/>
          </p:nvSpPr>
          <p:spPr>
            <a:xfrm>
              <a:off x="5641940" y="9111109"/>
              <a:ext cx="2188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dirty="0">
                  <a:latin typeface="IBM Plex Sans" panose="020B0503050203000203" pitchFamily="34" charset="0"/>
                </a:rPr>
                <a:t>Personel</a:t>
              </a:r>
            </a:p>
          </p:txBody>
        </p:sp>
        <p:sp>
          <p:nvSpPr>
            <p:cNvPr id="363" name="Dikdörtgen: Köşeleri Yuvarlatılmış 362">
              <a:extLst>
                <a:ext uri="{FF2B5EF4-FFF2-40B4-BE49-F238E27FC236}">
                  <a16:creationId xmlns:a16="http://schemas.microsoft.com/office/drawing/2014/main" id="{FCEA9463-3980-29F5-DE0F-081AF6F49111}"/>
                </a:ext>
              </a:extLst>
            </p:cNvPr>
            <p:cNvSpPr/>
            <p:nvPr/>
          </p:nvSpPr>
          <p:spPr>
            <a:xfrm>
              <a:off x="5333595" y="9723871"/>
              <a:ext cx="1260037" cy="908514"/>
            </a:xfrm>
            <a:prstGeom prst="roundRect">
              <a:avLst>
                <a:gd name="adj" fmla="val 14958"/>
              </a:avLst>
            </a:prstGeom>
            <a:solidFill>
              <a:srgbClr val="0F1720"/>
            </a:solidFill>
            <a:ln w="9525">
              <a:solidFill>
                <a:srgbClr val="3445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64" name="Dikdörtgen: Köşeleri Yuvarlatılmış 363">
              <a:extLst>
                <a:ext uri="{FF2B5EF4-FFF2-40B4-BE49-F238E27FC236}">
                  <a16:creationId xmlns:a16="http://schemas.microsoft.com/office/drawing/2014/main" id="{67E10F9E-8A13-09F7-DC9D-4B4CD0D7BF33}"/>
                </a:ext>
              </a:extLst>
            </p:cNvPr>
            <p:cNvSpPr/>
            <p:nvPr/>
          </p:nvSpPr>
          <p:spPr>
            <a:xfrm>
              <a:off x="6705183" y="9723871"/>
              <a:ext cx="1260037" cy="908514"/>
            </a:xfrm>
            <a:prstGeom prst="roundRect">
              <a:avLst>
                <a:gd name="adj" fmla="val 14958"/>
              </a:avLst>
            </a:prstGeom>
            <a:solidFill>
              <a:srgbClr val="0F1720"/>
            </a:solidFill>
            <a:ln w="9525">
              <a:solidFill>
                <a:srgbClr val="3445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65" name="Dikdörtgen: Köşeleri Yuvarlatılmış 364">
              <a:extLst>
                <a:ext uri="{FF2B5EF4-FFF2-40B4-BE49-F238E27FC236}">
                  <a16:creationId xmlns:a16="http://schemas.microsoft.com/office/drawing/2014/main" id="{95BBC7C8-767E-91A8-278C-139C5C071E17}"/>
                </a:ext>
              </a:extLst>
            </p:cNvPr>
            <p:cNvSpPr/>
            <p:nvPr/>
          </p:nvSpPr>
          <p:spPr>
            <a:xfrm>
              <a:off x="8076771" y="9723871"/>
              <a:ext cx="1260037" cy="908514"/>
            </a:xfrm>
            <a:prstGeom prst="roundRect">
              <a:avLst>
                <a:gd name="adj" fmla="val 14958"/>
              </a:avLst>
            </a:prstGeom>
            <a:solidFill>
              <a:srgbClr val="0F1720"/>
            </a:solidFill>
            <a:ln w="9525">
              <a:solidFill>
                <a:srgbClr val="3445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sp>
          <p:nvSpPr>
            <p:cNvPr id="366" name="Dikdörtgen: Köşeleri Yuvarlatılmış 365">
              <a:extLst>
                <a:ext uri="{FF2B5EF4-FFF2-40B4-BE49-F238E27FC236}">
                  <a16:creationId xmlns:a16="http://schemas.microsoft.com/office/drawing/2014/main" id="{D459A0E7-E1AA-1E0D-6AA7-E42E20D368E5}"/>
                </a:ext>
              </a:extLst>
            </p:cNvPr>
            <p:cNvSpPr/>
            <p:nvPr/>
          </p:nvSpPr>
          <p:spPr>
            <a:xfrm>
              <a:off x="9448358" y="9723871"/>
              <a:ext cx="1260037" cy="908514"/>
            </a:xfrm>
            <a:prstGeom prst="roundRect">
              <a:avLst>
                <a:gd name="adj" fmla="val 14958"/>
              </a:avLst>
            </a:prstGeom>
            <a:solidFill>
              <a:srgbClr val="0F1720"/>
            </a:solidFill>
            <a:ln w="9525">
              <a:solidFill>
                <a:srgbClr val="3445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grpSp>
          <p:nvGrpSpPr>
            <p:cNvPr id="367" name="Grup 366">
              <a:extLst>
                <a:ext uri="{FF2B5EF4-FFF2-40B4-BE49-F238E27FC236}">
                  <a16:creationId xmlns:a16="http://schemas.microsoft.com/office/drawing/2014/main" id="{5DD398D1-87AA-698D-203E-560C1901B1D0}"/>
                </a:ext>
              </a:extLst>
            </p:cNvPr>
            <p:cNvGrpSpPr/>
            <p:nvPr/>
          </p:nvGrpSpPr>
          <p:grpSpPr>
            <a:xfrm>
              <a:off x="6978683" y="9793452"/>
              <a:ext cx="774571" cy="564923"/>
              <a:chOff x="4838283" y="3379983"/>
              <a:chExt cx="774571" cy="564923"/>
            </a:xfrm>
          </p:grpSpPr>
          <p:sp>
            <p:nvSpPr>
              <p:cNvPr id="381" name="Metin kutusu 380">
                <a:extLst>
                  <a:ext uri="{FF2B5EF4-FFF2-40B4-BE49-F238E27FC236}">
                    <a16:creationId xmlns:a16="http://schemas.microsoft.com/office/drawing/2014/main" id="{858CCB0C-17F8-2C2D-205F-708901A92E98}"/>
                  </a:ext>
                </a:extLst>
              </p:cNvPr>
              <p:cNvSpPr txBox="1"/>
              <p:nvPr/>
            </p:nvSpPr>
            <p:spPr>
              <a:xfrm>
                <a:off x="4838283" y="3714074"/>
                <a:ext cx="774571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900" dirty="0">
                    <a:solidFill>
                      <a:srgbClr val="E7EDF3"/>
                    </a:solidFill>
                    <a:latin typeface="IBM Plex Sans" panose="020B0503050203000203" pitchFamily="34" charset="0"/>
                  </a:rPr>
                  <a:t>Beyaz Yaka</a:t>
                </a:r>
              </a:p>
            </p:txBody>
          </p:sp>
          <p:pic>
            <p:nvPicPr>
              <p:cNvPr id="382" name="Grafik 381">
                <a:extLst>
                  <a:ext uri="{FF2B5EF4-FFF2-40B4-BE49-F238E27FC236}">
                    <a16:creationId xmlns:a16="http://schemas.microsoft.com/office/drawing/2014/main" id="{75872711-44B7-0669-D6B3-FA5DDA7BDA4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7"/>
                  </a:ext>
                </a:extLst>
              </a:blip>
              <a:stretch>
                <a:fillRect/>
              </a:stretch>
            </p:blipFill>
            <p:spPr>
              <a:xfrm>
                <a:off x="5032987" y="3379983"/>
                <a:ext cx="360000" cy="360000"/>
              </a:xfrm>
              <a:prstGeom prst="rect">
                <a:avLst/>
              </a:prstGeom>
            </p:spPr>
          </p:pic>
        </p:grpSp>
        <p:grpSp>
          <p:nvGrpSpPr>
            <p:cNvPr id="368" name="Grup 367">
              <a:extLst>
                <a:ext uri="{FF2B5EF4-FFF2-40B4-BE49-F238E27FC236}">
                  <a16:creationId xmlns:a16="http://schemas.microsoft.com/office/drawing/2014/main" id="{B3A7CA90-0AEC-D389-C7AF-36A8BC5163AB}"/>
                </a:ext>
              </a:extLst>
            </p:cNvPr>
            <p:cNvGrpSpPr/>
            <p:nvPr/>
          </p:nvGrpSpPr>
          <p:grpSpPr>
            <a:xfrm>
              <a:off x="5604332" y="9793452"/>
              <a:ext cx="702436" cy="564923"/>
              <a:chOff x="3365726" y="3379983"/>
              <a:chExt cx="702436" cy="564923"/>
            </a:xfrm>
          </p:grpSpPr>
          <p:sp>
            <p:nvSpPr>
              <p:cNvPr id="379" name="Metin kutusu 378">
                <a:extLst>
                  <a:ext uri="{FF2B5EF4-FFF2-40B4-BE49-F238E27FC236}">
                    <a16:creationId xmlns:a16="http://schemas.microsoft.com/office/drawing/2014/main" id="{6280DDFD-E3C3-E6FF-1266-8992747B2A01}"/>
                  </a:ext>
                </a:extLst>
              </p:cNvPr>
              <p:cNvSpPr txBox="1"/>
              <p:nvPr/>
            </p:nvSpPr>
            <p:spPr>
              <a:xfrm>
                <a:off x="3365726" y="3714074"/>
                <a:ext cx="702436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900" dirty="0">
                    <a:solidFill>
                      <a:srgbClr val="62A8E5"/>
                    </a:solidFill>
                    <a:latin typeface="IBM Plex Sans" panose="020B0503050203000203" pitchFamily="34" charset="0"/>
                  </a:rPr>
                  <a:t>Mavi Yaka</a:t>
                </a:r>
              </a:p>
            </p:txBody>
          </p:sp>
          <p:pic>
            <p:nvPicPr>
              <p:cNvPr id="380" name="Grafik 379">
                <a:extLst>
                  <a:ext uri="{FF2B5EF4-FFF2-40B4-BE49-F238E27FC236}">
                    <a16:creationId xmlns:a16="http://schemas.microsoft.com/office/drawing/2014/main" id="{1EB4312C-B554-B49A-BC1C-F420EE8DA15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8"/>
                  </a:ext>
                </a:extLst>
              </a:blip>
              <a:stretch>
                <a:fillRect/>
              </a:stretch>
            </p:blipFill>
            <p:spPr>
              <a:xfrm>
                <a:off x="3536944" y="3379983"/>
                <a:ext cx="360000" cy="360000"/>
              </a:xfrm>
              <a:prstGeom prst="rect">
                <a:avLst/>
              </a:prstGeom>
            </p:spPr>
          </p:pic>
        </p:grpSp>
        <p:grpSp>
          <p:nvGrpSpPr>
            <p:cNvPr id="369" name="Grup 368">
              <a:extLst>
                <a:ext uri="{FF2B5EF4-FFF2-40B4-BE49-F238E27FC236}">
                  <a16:creationId xmlns:a16="http://schemas.microsoft.com/office/drawing/2014/main" id="{58F24980-56DF-7CFA-A6AF-0154CF8DE9AE}"/>
                </a:ext>
              </a:extLst>
            </p:cNvPr>
            <p:cNvGrpSpPr/>
            <p:nvPr/>
          </p:nvGrpSpPr>
          <p:grpSpPr>
            <a:xfrm>
              <a:off x="8386967" y="9793452"/>
              <a:ext cx="603050" cy="564923"/>
              <a:chOff x="6383474" y="3379983"/>
              <a:chExt cx="603050" cy="564923"/>
            </a:xfrm>
          </p:grpSpPr>
          <p:sp>
            <p:nvSpPr>
              <p:cNvPr id="377" name="Metin kutusu 376">
                <a:extLst>
                  <a:ext uri="{FF2B5EF4-FFF2-40B4-BE49-F238E27FC236}">
                    <a16:creationId xmlns:a16="http://schemas.microsoft.com/office/drawing/2014/main" id="{B6036D6E-DD9B-2C62-56E8-737B213FAD75}"/>
                  </a:ext>
                </a:extLst>
              </p:cNvPr>
              <p:cNvSpPr txBox="1"/>
              <p:nvPr/>
            </p:nvSpPr>
            <p:spPr>
              <a:xfrm>
                <a:off x="6383474" y="3714074"/>
                <a:ext cx="603050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900" dirty="0">
                    <a:solidFill>
                      <a:srgbClr val="E7B75C"/>
                    </a:solidFill>
                    <a:latin typeface="IBM Plex Sans" panose="020B0503050203000203" pitchFamily="34" charset="0"/>
                  </a:rPr>
                  <a:t>Yönetici</a:t>
                </a:r>
              </a:p>
            </p:txBody>
          </p:sp>
          <p:pic>
            <p:nvPicPr>
              <p:cNvPr id="378" name="Grafik 377">
                <a:extLst>
                  <a:ext uri="{FF2B5EF4-FFF2-40B4-BE49-F238E27FC236}">
                    <a16:creationId xmlns:a16="http://schemas.microsoft.com/office/drawing/2014/main" id="{E28F674F-5ABE-24FD-1191-7D579764777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29"/>
                  </a:ext>
                </a:extLst>
              </a:blip>
              <a:stretch>
                <a:fillRect/>
              </a:stretch>
            </p:blipFill>
            <p:spPr>
              <a:xfrm>
                <a:off x="6504999" y="3379983"/>
                <a:ext cx="360000" cy="360000"/>
              </a:xfrm>
              <a:prstGeom prst="rect">
                <a:avLst/>
              </a:prstGeom>
            </p:spPr>
          </p:pic>
        </p:grpSp>
        <p:grpSp>
          <p:nvGrpSpPr>
            <p:cNvPr id="370" name="Grup 369">
              <a:extLst>
                <a:ext uri="{FF2B5EF4-FFF2-40B4-BE49-F238E27FC236}">
                  <a16:creationId xmlns:a16="http://schemas.microsoft.com/office/drawing/2014/main" id="{5F6D8C57-AEE7-DF2A-3436-31692C5A7FBD}"/>
                </a:ext>
              </a:extLst>
            </p:cNvPr>
            <p:cNvGrpSpPr/>
            <p:nvPr/>
          </p:nvGrpSpPr>
          <p:grpSpPr>
            <a:xfrm>
              <a:off x="9729599" y="9793452"/>
              <a:ext cx="700834" cy="541782"/>
              <a:chOff x="7870427" y="3379983"/>
              <a:chExt cx="700834" cy="541782"/>
            </a:xfrm>
          </p:grpSpPr>
          <p:pic>
            <p:nvPicPr>
              <p:cNvPr id="375" name="Grafik 374">
                <a:extLst>
                  <a:ext uri="{FF2B5EF4-FFF2-40B4-BE49-F238E27FC236}">
                    <a16:creationId xmlns:a16="http://schemas.microsoft.com/office/drawing/2014/main" id="{58D612FF-2559-EFD6-3080-FA8DA14F256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30"/>
                  </a:ext>
                </a:extLst>
              </a:blip>
              <a:stretch>
                <a:fillRect/>
              </a:stretch>
            </p:blipFill>
            <p:spPr>
              <a:xfrm>
                <a:off x="8040844" y="3379983"/>
                <a:ext cx="360000" cy="360000"/>
              </a:xfrm>
              <a:prstGeom prst="rect">
                <a:avLst/>
              </a:prstGeom>
            </p:spPr>
          </p:pic>
          <p:sp>
            <p:nvSpPr>
              <p:cNvPr id="376" name="Metin kutusu 375">
                <a:extLst>
                  <a:ext uri="{FF2B5EF4-FFF2-40B4-BE49-F238E27FC236}">
                    <a16:creationId xmlns:a16="http://schemas.microsoft.com/office/drawing/2014/main" id="{E6EBD0ED-00BE-EF66-DBB1-8756B3F078A6}"/>
                  </a:ext>
                </a:extLst>
              </p:cNvPr>
              <p:cNvSpPr txBox="1"/>
              <p:nvPr/>
            </p:nvSpPr>
            <p:spPr>
              <a:xfrm>
                <a:off x="7870427" y="3690933"/>
                <a:ext cx="700834" cy="23083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tr-TR" sz="900" dirty="0">
                    <a:solidFill>
                      <a:srgbClr val="E86F6F"/>
                    </a:solidFill>
                    <a:latin typeface="IBM Plex Sans" panose="020B0503050203000203" pitchFamily="34" charset="0"/>
                  </a:rPr>
                  <a:t>Danışman</a:t>
                </a:r>
              </a:p>
            </p:txBody>
          </p:sp>
        </p:grpSp>
        <p:sp>
          <p:nvSpPr>
            <p:cNvPr id="371" name="Metin kutusu 370">
              <a:extLst>
                <a:ext uri="{FF2B5EF4-FFF2-40B4-BE49-F238E27FC236}">
                  <a16:creationId xmlns:a16="http://schemas.microsoft.com/office/drawing/2014/main" id="{BB07EBE6-D27C-F2C3-C920-1FB649CEE90F}"/>
                </a:ext>
              </a:extLst>
            </p:cNvPr>
            <p:cNvSpPr txBox="1"/>
            <p:nvPr/>
          </p:nvSpPr>
          <p:spPr>
            <a:xfrm>
              <a:off x="5529242" y="10291541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dirty="0">
                  <a:solidFill>
                    <a:srgbClr val="62A8E5"/>
                  </a:solidFill>
                  <a:latin typeface="IBM Plex Sans" panose="020B0503050203000203" pitchFamily="34" charset="0"/>
                </a:rPr>
                <a:t>133</a:t>
              </a:r>
            </a:p>
          </p:txBody>
        </p:sp>
        <p:sp>
          <p:nvSpPr>
            <p:cNvPr id="372" name="Metin kutusu 371">
              <a:extLst>
                <a:ext uri="{FF2B5EF4-FFF2-40B4-BE49-F238E27FC236}">
                  <a16:creationId xmlns:a16="http://schemas.microsoft.com/office/drawing/2014/main" id="{63ECEE30-22A6-D05F-C2F2-22E7F186D6D5}"/>
                </a:ext>
              </a:extLst>
            </p:cNvPr>
            <p:cNvSpPr txBox="1"/>
            <p:nvPr/>
          </p:nvSpPr>
          <p:spPr>
            <a:xfrm>
              <a:off x="6921387" y="10291541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4</a:t>
              </a:r>
            </a:p>
          </p:txBody>
        </p:sp>
        <p:sp>
          <p:nvSpPr>
            <p:cNvPr id="373" name="Metin kutusu 372">
              <a:extLst>
                <a:ext uri="{FF2B5EF4-FFF2-40B4-BE49-F238E27FC236}">
                  <a16:creationId xmlns:a16="http://schemas.microsoft.com/office/drawing/2014/main" id="{EC36EDE5-EBF0-9B7D-70FD-F1DFA8AC818D}"/>
                </a:ext>
              </a:extLst>
            </p:cNvPr>
            <p:cNvSpPr txBox="1"/>
            <p:nvPr/>
          </p:nvSpPr>
          <p:spPr>
            <a:xfrm>
              <a:off x="8259921" y="10291541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dirty="0">
                  <a:solidFill>
                    <a:srgbClr val="E7B75C"/>
                  </a:solidFill>
                  <a:latin typeface="IBM Plex Sans" panose="020B0503050203000203" pitchFamily="34" charset="0"/>
                </a:rPr>
                <a:t>3</a:t>
              </a:r>
            </a:p>
          </p:txBody>
        </p:sp>
        <p:sp>
          <p:nvSpPr>
            <p:cNvPr id="374" name="Metin kutusu 373">
              <a:extLst>
                <a:ext uri="{FF2B5EF4-FFF2-40B4-BE49-F238E27FC236}">
                  <a16:creationId xmlns:a16="http://schemas.microsoft.com/office/drawing/2014/main" id="{E5CAB685-0812-0072-16C6-ECDA99EED856}"/>
                </a:ext>
              </a:extLst>
            </p:cNvPr>
            <p:cNvSpPr txBox="1"/>
            <p:nvPr/>
          </p:nvSpPr>
          <p:spPr>
            <a:xfrm>
              <a:off x="9648016" y="10291541"/>
              <a:ext cx="86400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r-TR" dirty="0">
                  <a:solidFill>
                    <a:srgbClr val="E86F6F"/>
                  </a:solidFill>
                  <a:latin typeface="IBM Plex Sans" panose="020B0503050203000203" pitchFamily="34" charset="0"/>
                </a:rPr>
                <a:t>1</a:t>
              </a:r>
            </a:p>
          </p:txBody>
        </p:sp>
      </p:grpSp>
      <p:grpSp>
        <p:nvGrpSpPr>
          <p:cNvPr id="383" name="Grup 382">
            <a:extLst>
              <a:ext uri="{FF2B5EF4-FFF2-40B4-BE49-F238E27FC236}">
                <a16:creationId xmlns:a16="http://schemas.microsoft.com/office/drawing/2014/main" id="{65C7B063-94EC-1179-53D0-51C40AF4490A}"/>
              </a:ext>
            </a:extLst>
          </p:cNvPr>
          <p:cNvGrpSpPr/>
          <p:nvPr/>
        </p:nvGrpSpPr>
        <p:grpSpPr>
          <a:xfrm>
            <a:off x="344892" y="17683059"/>
            <a:ext cx="5734491" cy="4872263"/>
            <a:chOff x="3028610" y="116253"/>
            <a:chExt cx="5734491" cy="4872263"/>
          </a:xfrm>
        </p:grpSpPr>
        <p:sp>
          <p:nvSpPr>
            <p:cNvPr id="384" name="Dikdörtgen: Köşeleri Yuvarlatılmış 383">
              <a:extLst>
                <a:ext uri="{FF2B5EF4-FFF2-40B4-BE49-F238E27FC236}">
                  <a16:creationId xmlns:a16="http://schemas.microsoft.com/office/drawing/2014/main" id="{41AE6225-7E38-D3DF-8DCB-504B4B7A6E7F}"/>
                </a:ext>
              </a:extLst>
            </p:cNvPr>
            <p:cNvSpPr/>
            <p:nvPr/>
          </p:nvSpPr>
          <p:spPr>
            <a:xfrm>
              <a:off x="3028610" y="116253"/>
              <a:ext cx="5734491" cy="4872263"/>
            </a:xfrm>
            <a:prstGeom prst="roundRect">
              <a:avLst>
                <a:gd name="adj" fmla="val 4832"/>
              </a:avLst>
            </a:prstGeom>
            <a:solidFill>
              <a:srgbClr val="182431"/>
            </a:solidFill>
            <a:ln w="9525">
              <a:solidFill>
                <a:srgbClr val="344556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tr-TR"/>
            </a:p>
          </p:txBody>
        </p:sp>
        <p:pic>
          <p:nvPicPr>
            <p:cNvPr id="385" name="Grafik 384">
              <a:extLst>
                <a:ext uri="{FF2B5EF4-FFF2-40B4-BE49-F238E27FC236}">
                  <a16:creationId xmlns:a16="http://schemas.microsoft.com/office/drawing/2014/main" id="{AB8D3171-40E5-31EB-D9FA-B03C594D706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1"/>
                </a:ext>
              </a:extLst>
            </a:blip>
            <a:stretch>
              <a:fillRect/>
            </a:stretch>
          </p:blipFill>
          <p:spPr>
            <a:xfrm>
              <a:off x="3078139" y="179118"/>
              <a:ext cx="384083" cy="384083"/>
            </a:xfrm>
            <a:prstGeom prst="rect">
              <a:avLst/>
            </a:prstGeom>
          </p:spPr>
        </p:pic>
        <p:sp>
          <p:nvSpPr>
            <p:cNvPr id="386" name="Metin kutusu 385">
              <a:extLst>
                <a:ext uri="{FF2B5EF4-FFF2-40B4-BE49-F238E27FC236}">
                  <a16:creationId xmlns:a16="http://schemas.microsoft.com/office/drawing/2014/main" id="{E7EB8AD6-DB05-05BB-3724-E7215BCDBC18}"/>
                </a:ext>
              </a:extLst>
            </p:cNvPr>
            <p:cNvSpPr txBox="1"/>
            <p:nvPr/>
          </p:nvSpPr>
          <p:spPr>
            <a:xfrm>
              <a:off x="3449389" y="179119"/>
              <a:ext cx="218880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tr-TR" dirty="0">
                  <a:latin typeface="IBM Plex Sans" panose="020B0503050203000203" pitchFamily="34" charset="0"/>
                </a:rPr>
                <a:t>Genel Bakış</a:t>
              </a:r>
            </a:p>
          </p:txBody>
        </p:sp>
        <p:sp>
          <p:nvSpPr>
            <p:cNvPr id="387" name="Metin kutusu 386">
              <a:extLst>
                <a:ext uri="{FF2B5EF4-FFF2-40B4-BE49-F238E27FC236}">
                  <a16:creationId xmlns:a16="http://schemas.microsoft.com/office/drawing/2014/main" id="{03440952-06AE-3BB6-7C10-57C01655E578}"/>
                </a:ext>
              </a:extLst>
            </p:cNvPr>
            <p:cNvSpPr txBox="1"/>
            <p:nvPr/>
          </p:nvSpPr>
          <p:spPr>
            <a:xfrm>
              <a:off x="3150073" y="894614"/>
              <a:ext cx="44755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Tarih</a:t>
              </a:r>
            </a:p>
          </p:txBody>
        </p:sp>
        <p:sp>
          <p:nvSpPr>
            <p:cNvPr id="388" name="Metin kutusu 387">
              <a:extLst>
                <a:ext uri="{FF2B5EF4-FFF2-40B4-BE49-F238E27FC236}">
                  <a16:creationId xmlns:a16="http://schemas.microsoft.com/office/drawing/2014/main" id="{5F2B379D-CC1C-6C62-C9DD-4ECF36652418}"/>
                </a:ext>
              </a:extLst>
            </p:cNvPr>
            <p:cNvSpPr txBox="1"/>
            <p:nvPr/>
          </p:nvSpPr>
          <p:spPr>
            <a:xfrm>
              <a:off x="3150073" y="1254255"/>
              <a:ext cx="89960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Geçen Zaman</a:t>
              </a:r>
            </a:p>
          </p:txBody>
        </p:sp>
        <p:sp>
          <p:nvSpPr>
            <p:cNvPr id="389" name="Metin kutusu 388">
              <a:extLst>
                <a:ext uri="{FF2B5EF4-FFF2-40B4-BE49-F238E27FC236}">
                  <a16:creationId xmlns:a16="http://schemas.microsoft.com/office/drawing/2014/main" id="{AD53384A-1DD1-C597-2E26-8F47AB4364B9}"/>
                </a:ext>
              </a:extLst>
            </p:cNvPr>
            <p:cNvSpPr txBox="1"/>
            <p:nvPr/>
          </p:nvSpPr>
          <p:spPr>
            <a:xfrm>
              <a:off x="6192401" y="2171673"/>
              <a:ext cx="59663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Fabrika </a:t>
              </a:r>
            </a:p>
          </p:txBody>
        </p:sp>
        <p:sp>
          <p:nvSpPr>
            <p:cNvPr id="390" name="Metin kutusu 389">
              <a:extLst>
                <a:ext uri="{FF2B5EF4-FFF2-40B4-BE49-F238E27FC236}">
                  <a16:creationId xmlns:a16="http://schemas.microsoft.com/office/drawing/2014/main" id="{DC48F219-81C1-9D74-F2AE-D168CCC260E7}"/>
                </a:ext>
              </a:extLst>
            </p:cNvPr>
            <p:cNvSpPr txBox="1"/>
            <p:nvPr/>
          </p:nvSpPr>
          <p:spPr>
            <a:xfrm>
              <a:off x="6193864" y="3205167"/>
              <a:ext cx="88197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Tezgah Sayısı</a:t>
              </a:r>
            </a:p>
          </p:txBody>
        </p:sp>
        <p:sp>
          <p:nvSpPr>
            <p:cNvPr id="391" name="Metin kutusu 390">
              <a:extLst>
                <a:ext uri="{FF2B5EF4-FFF2-40B4-BE49-F238E27FC236}">
                  <a16:creationId xmlns:a16="http://schemas.microsoft.com/office/drawing/2014/main" id="{13FE53C4-E0D1-9BAD-666D-1B99C94CBEFE}"/>
                </a:ext>
              </a:extLst>
            </p:cNvPr>
            <p:cNvSpPr txBox="1"/>
            <p:nvPr/>
          </p:nvSpPr>
          <p:spPr>
            <a:xfrm>
              <a:off x="6193864" y="3566448"/>
              <a:ext cx="692818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Aktif İşler</a:t>
              </a:r>
            </a:p>
          </p:txBody>
        </p:sp>
        <p:sp>
          <p:nvSpPr>
            <p:cNvPr id="392" name="Metin kutusu 391">
              <a:extLst>
                <a:ext uri="{FF2B5EF4-FFF2-40B4-BE49-F238E27FC236}">
                  <a16:creationId xmlns:a16="http://schemas.microsoft.com/office/drawing/2014/main" id="{694E106A-E309-7C62-F039-C6D09429BB06}"/>
                </a:ext>
              </a:extLst>
            </p:cNvPr>
            <p:cNvSpPr txBox="1"/>
            <p:nvPr/>
          </p:nvSpPr>
          <p:spPr>
            <a:xfrm>
              <a:off x="6193864" y="3927729"/>
              <a:ext cx="859531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Teslim Skoru</a:t>
              </a:r>
            </a:p>
          </p:txBody>
        </p:sp>
        <p:sp>
          <p:nvSpPr>
            <p:cNvPr id="393" name="Metin kutusu 392">
              <a:extLst>
                <a:ext uri="{FF2B5EF4-FFF2-40B4-BE49-F238E27FC236}">
                  <a16:creationId xmlns:a16="http://schemas.microsoft.com/office/drawing/2014/main" id="{5605F878-8FDE-6316-FBB7-6D1D12EE2229}"/>
                </a:ext>
              </a:extLst>
            </p:cNvPr>
            <p:cNvSpPr txBox="1"/>
            <p:nvPr/>
          </p:nvSpPr>
          <p:spPr>
            <a:xfrm>
              <a:off x="6192401" y="1223121"/>
              <a:ext cx="712054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Aylık Gelir</a:t>
              </a:r>
            </a:p>
          </p:txBody>
        </p:sp>
        <p:sp>
          <p:nvSpPr>
            <p:cNvPr id="394" name="Metin kutusu 393">
              <a:extLst>
                <a:ext uri="{FF2B5EF4-FFF2-40B4-BE49-F238E27FC236}">
                  <a16:creationId xmlns:a16="http://schemas.microsoft.com/office/drawing/2014/main" id="{20FD7DA4-480F-1944-2F04-73B802324685}"/>
                </a:ext>
              </a:extLst>
            </p:cNvPr>
            <p:cNvSpPr txBox="1"/>
            <p:nvPr/>
          </p:nvSpPr>
          <p:spPr>
            <a:xfrm>
              <a:off x="6192401" y="863480"/>
              <a:ext cx="851515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Şirket Değeri</a:t>
              </a:r>
            </a:p>
          </p:txBody>
        </p:sp>
        <p:sp>
          <p:nvSpPr>
            <p:cNvPr id="395" name="Metin kutusu 394">
              <a:extLst>
                <a:ext uri="{FF2B5EF4-FFF2-40B4-BE49-F238E27FC236}">
                  <a16:creationId xmlns:a16="http://schemas.microsoft.com/office/drawing/2014/main" id="{A5C576D9-C20D-1203-E5D4-544EC71B1BA4}"/>
                </a:ext>
              </a:extLst>
            </p:cNvPr>
            <p:cNvSpPr txBox="1"/>
            <p:nvPr/>
          </p:nvSpPr>
          <p:spPr>
            <a:xfrm>
              <a:off x="3150073" y="1613896"/>
              <a:ext cx="813043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Patron Saati</a:t>
              </a:r>
            </a:p>
          </p:txBody>
        </p:sp>
        <p:sp>
          <p:nvSpPr>
            <p:cNvPr id="396" name="Metin kutusu 395">
              <a:extLst>
                <a:ext uri="{FF2B5EF4-FFF2-40B4-BE49-F238E27FC236}">
                  <a16:creationId xmlns:a16="http://schemas.microsoft.com/office/drawing/2014/main" id="{55E1FBCF-3FF3-E897-AA08-9F8B065BB5BD}"/>
                </a:ext>
              </a:extLst>
            </p:cNvPr>
            <p:cNvSpPr txBox="1"/>
            <p:nvPr/>
          </p:nvSpPr>
          <p:spPr>
            <a:xfrm>
              <a:off x="6193864" y="4289009"/>
              <a:ext cx="97654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Teklif Kazanma</a:t>
              </a:r>
            </a:p>
          </p:txBody>
        </p:sp>
        <p:sp>
          <p:nvSpPr>
            <p:cNvPr id="397" name="Metin kutusu 396">
              <a:extLst>
                <a:ext uri="{FF2B5EF4-FFF2-40B4-BE49-F238E27FC236}">
                  <a16:creationId xmlns:a16="http://schemas.microsoft.com/office/drawing/2014/main" id="{CB21738E-6E61-1519-A516-7B0FBE0F5DE0}"/>
                </a:ext>
              </a:extLst>
            </p:cNvPr>
            <p:cNvSpPr txBox="1"/>
            <p:nvPr/>
          </p:nvSpPr>
          <p:spPr>
            <a:xfrm>
              <a:off x="6192401" y="1582762"/>
              <a:ext cx="747320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Aylık Gider</a:t>
              </a:r>
            </a:p>
          </p:txBody>
        </p:sp>
        <p:sp>
          <p:nvSpPr>
            <p:cNvPr id="398" name="Metin kutusu 397">
              <a:extLst>
                <a:ext uri="{FF2B5EF4-FFF2-40B4-BE49-F238E27FC236}">
                  <a16:creationId xmlns:a16="http://schemas.microsoft.com/office/drawing/2014/main" id="{221CEB24-7693-52B5-CC63-9E49882FE235}"/>
                </a:ext>
              </a:extLst>
            </p:cNvPr>
            <p:cNvSpPr txBox="1"/>
            <p:nvPr/>
          </p:nvSpPr>
          <p:spPr>
            <a:xfrm>
              <a:off x="6193864" y="2843886"/>
              <a:ext cx="970137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Personel Sayısı</a:t>
              </a:r>
            </a:p>
          </p:txBody>
        </p:sp>
        <p:sp>
          <p:nvSpPr>
            <p:cNvPr id="399" name="Metin kutusu 398">
              <a:extLst>
                <a:ext uri="{FF2B5EF4-FFF2-40B4-BE49-F238E27FC236}">
                  <a16:creationId xmlns:a16="http://schemas.microsoft.com/office/drawing/2014/main" id="{51E23CF9-DD14-D4FD-DA2D-2F2B64EBCA53}"/>
                </a:ext>
              </a:extLst>
            </p:cNvPr>
            <p:cNvSpPr txBox="1"/>
            <p:nvPr/>
          </p:nvSpPr>
          <p:spPr>
            <a:xfrm>
              <a:off x="4932097" y="871530"/>
              <a:ext cx="10118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30.09.2026</a:t>
              </a:r>
            </a:p>
          </p:txBody>
        </p:sp>
        <p:sp>
          <p:nvSpPr>
            <p:cNvPr id="400" name="Metin kutusu 399">
              <a:extLst>
                <a:ext uri="{FF2B5EF4-FFF2-40B4-BE49-F238E27FC236}">
                  <a16:creationId xmlns:a16="http://schemas.microsoft.com/office/drawing/2014/main" id="{DA8A1B91-408D-4A5F-E1CA-2CB928D4B3C7}"/>
                </a:ext>
              </a:extLst>
            </p:cNvPr>
            <p:cNvSpPr txBox="1"/>
            <p:nvPr/>
          </p:nvSpPr>
          <p:spPr>
            <a:xfrm>
              <a:off x="5360098" y="1205405"/>
              <a:ext cx="583814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14 ay</a:t>
              </a:r>
            </a:p>
          </p:txBody>
        </p:sp>
        <p:sp>
          <p:nvSpPr>
            <p:cNvPr id="401" name="Metin kutusu 400">
              <a:extLst>
                <a:ext uri="{FF2B5EF4-FFF2-40B4-BE49-F238E27FC236}">
                  <a16:creationId xmlns:a16="http://schemas.microsoft.com/office/drawing/2014/main" id="{98617063-EDFE-061E-2C14-E71A209F31D6}"/>
                </a:ext>
              </a:extLst>
            </p:cNvPr>
            <p:cNvSpPr txBox="1"/>
            <p:nvPr/>
          </p:nvSpPr>
          <p:spPr>
            <a:xfrm>
              <a:off x="4948127" y="1539280"/>
              <a:ext cx="99578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120/200 </a:t>
              </a:r>
              <a:r>
                <a:rPr lang="tr-TR" sz="1200" dirty="0" err="1">
                  <a:solidFill>
                    <a:srgbClr val="E7EDF3"/>
                  </a:solidFill>
                  <a:latin typeface="IBM Plex Sans" panose="020B0503050203000203" pitchFamily="34" charset="0"/>
                </a:rPr>
                <a:t>sa</a:t>
              </a:r>
              <a:endParaRPr lang="tr-TR" sz="1200" dirty="0">
                <a:solidFill>
                  <a:srgbClr val="E7EDF3"/>
                </a:solidFill>
                <a:latin typeface="IBM Plex Sans" panose="020B0503050203000203" pitchFamily="34" charset="0"/>
              </a:endParaRPr>
            </a:p>
          </p:txBody>
        </p:sp>
        <p:sp>
          <p:nvSpPr>
            <p:cNvPr id="402" name="Metin kutusu 401">
              <a:extLst>
                <a:ext uri="{FF2B5EF4-FFF2-40B4-BE49-F238E27FC236}">
                  <a16:creationId xmlns:a16="http://schemas.microsoft.com/office/drawing/2014/main" id="{34704CE1-CC84-0CC5-2520-5C95A29773DE}"/>
                </a:ext>
              </a:extLst>
            </p:cNvPr>
            <p:cNvSpPr txBox="1"/>
            <p:nvPr/>
          </p:nvSpPr>
          <p:spPr>
            <a:xfrm>
              <a:off x="7830328" y="809619"/>
              <a:ext cx="81945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FFC000"/>
                  </a:solidFill>
                  <a:latin typeface="IBM Plex Sans" panose="020B0503050203000203" pitchFamily="34" charset="0"/>
                </a:rPr>
                <a:t>$ 18.000</a:t>
              </a:r>
            </a:p>
          </p:txBody>
        </p:sp>
        <p:sp>
          <p:nvSpPr>
            <p:cNvPr id="403" name="Metin kutusu 402">
              <a:extLst>
                <a:ext uri="{FF2B5EF4-FFF2-40B4-BE49-F238E27FC236}">
                  <a16:creationId xmlns:a16="http://schemas.microsoft.com/office/drawing/2014/main" id="{EDC34F2D-54E3-3625-9BDC-6A55E814D473}"/>
                </a:ext>
              </a:extLst>
            </p:cNvPr>
            <p:cNvSpPr txBox="1"/>
            <p:nvPr/>
          </p:nvSpPr>
          <p:spPr>
            <a:xfrm>
              <a:off x="7705293" y="1528901"/>
              <a:ext cx="94449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tr-TR" sz="1200" dirty="0">
                  <a:solidFill>
                    <a:srgbClr val="E86F6F"/>
                  </a:solidFill>
                  <a:latin typeface="IBM Plex Sans" panose="020B0503050203000203" pitchFamily="34" charset="0"/>
                </a:rPr>
                <a:t>$ 9.500/ay</a:t>
              </a:r>
            </a:p>
          </p:txBody>
        </p:sp>
        <p:sp>
          <p:nvSpPr>
            <p:cNvPr id="404" name="Metin kutusu 403">
              <a:extLst>
                <a:ext uri="{FF2B5EF4-FFF2-40B4-BE49-F238E27FC236}">
                  <a16:creationId xmlns:a16="http://schemas.microsoft.com/office/drawing/2014/main" id="{F85FEFFE-C078-CE91-94D1-B651D04EB9E1}"/>
                </a:ext>
              </a:extLst>
            </p:cNvPr>
            <p:cNvSpPr txBox="1"/>
            <p:nvPr/>
          </p:nvSpPr>
          <p:spPr>
            <a:xfrm>
              <a:off x="7612318" y="1169260"/>
              <a:ext cx="103746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2FD17B"/>
                  </a:solidFill>
                  <a:latin typeface="IBM Plex Sans" panose="020B0503050203000203" pitchFamily="34" charset="0"/>
                </a:rPr>
                <a:t>$ 12.000/ay</a:t>
              </a:r>
            </a:p>
          </p:txBody>
        </p:sp>
        <p:sp>
          <p:nvSpPr>
            <p:cNvPr id="405" name="Metin kutusu 404">
              <a:extLst>
                <a:ext uri="{FF2B5EF4-FFF2-40B4-BE49-F238E27FC236}">
                  <a16:creationId xmlns:a16="http://schemas.microsoft.com/office/drawing/2014/main" id="{3E77269E-F432-916C-4325-16DF7D1A1FA2}"/>
                </a:ext>
              </a:extLst>
            </p:cNvPr>
            <p:cNvSpPr txBox="1"/>
            <p:nvPr/>
          </p:nvSpPr>
          <p:spPr>
            <a:xfrm>
              <a:off x="7290115" y="2148589"/>
              <a:ext cx="135966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 err="1">
                  <a:solidFill>
                    <a:srgbClr val="E7EDF3"/>
                  </a:solidFill>
                  <a:latin typeface="IBM Plex Sans" panose="020B0503050203000203" pitchFamily="34" charset="0"/>
                </a:rPr>
                <a:t>Riverside</a:t>
              </a:r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 </a:t>
              </a:r>
              <a:r>
                <a:rPr lang="tr-TR" sz="1200" dirty="0" err="1">
                  <a:solidFill>
                    <a:srgbClr val="E7EDF3"/>
                  </a:solidFill>
                  <a:latin typeface="IBM Plex Sans" panose="020B0503050203000203" pitchFamily="34" charset="0"/>
                </a:rPr>
                <a:t>District</a:t>
              </a:r>
              <a:endParaRPr lang="tr-TR" sz="1200" dirty="0">
                <a:solidFill>
                  <a:srgbClr val="E7EDF3"/>
                </a:solidFill>
                <a:latin typeface="IBM Plex Sans" panose="020B0503050203000203" pitchFamily="34" charset="0"/>
              </a:endParaRPr>
            </a:p>
          </p:txBody>
        </p:sp>
        <p:sp>
          <p:nvSpPr>
            <p:cNvPr id="406" name="Metin kutusu 405">
              <a:extLst>
                <a:ext uri="{FF2B5EF4-FFF2-40B4-BE49-F238E27FC236}">
                  <a16:creationId xmlns:a16="http://schemas.microsoft.com/office/drawing/2014/main" id="{2B85FFFA-BB64-7835-B5C2-10B0FE89354B}"/>
                </a:ext>
              </a:extLst>
            </p:cNvPr>
            <p:cNvSpPr txBox="1"/>
            <p:nvPr/>
          </p:nvSpPr>
          <p:spPr>
            <a:xfrm>
              <a:off x="8279168" y="2816185"/>
              <a:ext cx="370615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14</a:t>
              </a:r>
            </a:p>
          </p:txBody>
        </p:sp>
        <p:sp>
          <p:nvSpPr>
            <p:cNvPr id="407" name="Metin kutusu 406">
              <a:extLst>
                <a:ext uri="{FF2B5EF4-FFF2-40B4-BE49-F238E27FC236}">
                  <a16:creationId xmlns:a16="http://schemas.microsoft.com/office/drawing/2014/main" id="{B7B9CBB4-A7CF-603C-481E-5345A6F62206}"/>
                </a:ext>
              </a:extLst>
            </p:cNvPr>
            <p:cNvSpPr txBox="1"/>
            <p:nvPr/>
          </p:nvSpPr>
          <p:spPr>
            <a:xfrm>
              <a:off x="8046733" y="3172849"/>
              <a:ext cx="60305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4 (+1)</a:t>
              </a:r>
            </a:p>
          </p:txBody>
        </p:sp>
        <p:sp>
          <p:nvSpPr>
            <p:cNvPr id="408" name="Metin kutusu 407">
              <a:extLst>
                <a:ext uri="{FF2B5EF4-FFF2-40B4-BE49-F238E27FC236}">
                  <a16:creationId xmlns:a16="http://schemas.microsoft.com/office/drawing/2014/main" id="{E3F3B0A4-3869-A9A0-437E-2ECED2ABCC8F}"/>
                </a:ext>
              </a:extLst>
            </p:cNvPr>
            <p:cNvSpPr txBox="1"/>
            <p:nvPr/>
          </p:nvSpPr>
          <p:spPr>
            <a:xfrm>
              <a:off x="8372143" y="3529513"/>
              <a:ext cx="277640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7</a:t>
              </a:r>
            </a:p>
          </p:txBody>
        </p:sp>
        <p:sp>
          <p:nvSpPr>
            <p:cNvPr id="409" name="Metin kutusu 408">
              <a:extLst>
                <a:ext uri="{FF2B5EF4-FFF2-40B4-BE49-F238E27FC236}">
                  <a16:creationId xmlns:a16="http://schemas.microsoft.com/office/drawing/2014/main" id="{641145DB-69E7-8DA5-10CF-9C3DFD1BC8AA}"/>
                </a:ext>
              </a:extLst>
            </p:cNvPr>
            <p:cNvSpPr txBox="1"/>
            <p:nvPr/>
          </p:nvSpPr>
          <p:spPr>
            <a:xfrm>
              <a:off x="8136501" y="3886177"/>
              <a:ext cx="5132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%75</a:t>
              </a:r>
            </a:p>
          </p:txBody>
        </p:sp>
        <p:sp>
          <p:nvSpPr>
            <p:cNvPr id="410" name="Metin kutusu 409">
              <a:extLst>
                <a:ext uri="{FF2B5EF4-FFF2-40B4-BE49-F238E27FC236}">
                  <a16:creationId xmlns:a16="http://schemas.microsoft.com/office/drawing/2014/main" id="{047CAE4E-2ED9-1488-1078-5BD10F579D9D}"/>
                </a:ext>
              </a:extLst>
            </p:cNvPr>
            <p:cNvSpPr txBox="1"/>
            <p:nvPr/>
          </p:nvSpPr>
          <p:spPr>
            <a:xfrm>
              <a:off x="8136501" y="4242842"/>
              <a:ext cx="513282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%54</a:t>
              </a:r>
            </a:p>
          </p:txBody>
        </p:sp>
        <p:pic>
          <p:nvPicPr>
            <p:cNvPr id="411" name="Resim 410">
              <a:extLst>
                <a:ext uri="{FF2B5EF4-FFF2-40B4-BE49-F238E27FC236}">
                  <a16:creationId xmlns:a16="http://schemas.microsoft.com/office/drawing/2014/main" id="{8CE88718-5A1E-8113-2F6D-00CCB00C96D2}"/>
                </a:ext>
              </a:extLst>
            </p:cNvPr>
            <p:cNvPicPr>
              <a:picLocks noChangeAspect="1"/>
            </p:cNvPicPr>
            <p:nvPr/>
          </p:nvPicPr>
          <p:blipFill>
            <a:blip r:embed="rId3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3133" t="731" r="13133" b="731"/>
            <a:stretch>
              <a:fillRect/>
            </a:stretch>
          </p:blipFill>
          <p:spPr>
            <a:xfrm>
              <a:off x="3261564" y="2152063"/>
              <a:ext cx="2640983" cy="1926701"/>
            </a:xfrm>
            <a:custGeom>
              <a:avLst/>
              <a:gdLst>
                <a:gd name="csX0" fmla="*/ 80213 w 1282224"/>
                <a:gd name="csY0" fmla="*/ 0 h 935433"/>
                <a:gd name="csX1" fmla="*/ 1202011 w 1282224"/>
                <a:gd name="csY1" fmla="*/ 0 h 935433"/>
                <a:gd name="csX2" fmla="*/ 1282224 w 1282224"/>
                <a:gd name="csY2" fmla="*/ 80213 h 935433"/>
                <a:gd name="csX3" fmla="*/ 1282224 w 1282224"/>
                <a:gd name="csY3" fmla="*/ 855220 h 935433"/>
                <a:gd name="csX4" fmla="*/ 1202011 w 1282224"/>
                <a:gd name="csY4" fmla="*/ 935433 h 935433"/>
                <a:gd name="csX5" fmla="*/ 80213 w 1282224"/>
                <a:gd name="csY5" fmla="*/ 935433 h 935433"/>
                <a:gd name="csX6" fmla="*/ 0 w 1282224"/>
                <a:gd name="csY6" fmla="*/ 855220 h 935433"/>
                <a:gd name="csX7" fmla="*/ 0 w 1282224"/>
                <a:gd name="csY7" fmla="*/ 80213 h 935433"/>
                <a:gd name="csX8" fmla="*/ 80213 w 1282224"/>
                <a:gd name="csY8" fmla="*/ 0 h 935433"/>
              </a:gdLst>
              <a:ahLst/>
              <a:cxnLst>
                <a:cxn ang="0">
                  <a:pos x="csX0" y="csY0"/>
                </a:cxn>
                <a:cxn ang="0">
                  <a:pos x="csX1" y="csY1"/>
                </a:cxn>
                <a:cxn ang="0">
                  <a:pos x="csX2" y="csY2"/>
                </a:cxn>
                <a:cxn ang="0">
                  <a:pos x="csX3" y="csY3"/>
                </a:cxn>
                <a:cxn ang="0">
                  <a:pos x="csX4" y="csY4"/>
                </a:cxn>
                <a:cxn ang="0">
                  <a:pos x="csX5" y="csY5"/>
                </a:cxn>
                <a:cxn ang="0">
                  <a:pos x="csX6" y="csY6"/>
                </a:cxn>
                <a:cxn ang="0">
                  <a:pos x="csX7" y="csY7"/>
                </a:cxn>
                <a:cxn ang="0">
                  <a:pos x="csX8" y="csY8"/>
                </a:cxn>
              </a:cxnLst>
              <a:rect l="l" t="t" r="r" b="b"/>
              <a:pathLst>
                <a:path w="1282224" h="935433">
                  <a:moveTo>
                    <a:pt x="80213" y="0"/>
                  </a:moveTo>
                  <a:lnTo>
                    <a:pt x="1202011" y="0"/>
                  </a:lnTo>
                  <a:cubicBezTo>
                    <a:pt x="1246311" y="0"/>
                    <a:pt x="1282224" y="35913"/>
                    <a:pt x="1282224" y="80213"/>
                  </a:cubicBezTo>
                  <a:lnTo>
                    <a:pt x="1282224" y="855220"/>
                  </a:lnTo>
                  <a:cubicBezTo>
                    <a:pt x="1282224" y="899520"/>
                    <a:pt x="1246311" y="935433"/>
                    <a:pt x="1202011" y="935433"/>
                  </a:cubicBezTo>
                  <a:lnTo>
                    <a:pt x="80213" y="935433"/>
                  </a:lnTo>
                  <a:cubicBezTo>
                    <a:pt x="35913" y="935433"/>
                    <a:pt x="0" y="899520"/>
                    <a:pt x="0" y="855220"/>
                  </a:cubicBezTo>
                  <a:lnTo>
                    <a:pt x="0" y="80213"/>
                  </a:lnTo>
                  <a:cubicBezTo>
                    <a:pt x="0" y="35913"/>
                    <a:pt x="35913" y="0"/>
                    <a:pt x="80213" y="0"/>
                  </a:cubicBezTo>
                  <a:close/>
                </a:path>
              </a:pathLst>
            </a:custGeom>
          </p:spPr>
        </p:pic>
        <p:sp>
          <p:nvSpPr>
            <p:cNvPr id="412" name="Metin kutusu 411">
              <a:extLst>
                <a:ext uri="{FF2B5EF4-FFF2-40B4-BE49-F238E27FC236}">
                  <a16:creationId xmlns:a16="http://schemas.microsoft.com/office/drawing/2014/main" id="{E064716A-6ADA-6E12-8BB8-A3B7B8F98AD2}"/>
                </a:ext>
              </a:extLst>
            </p:cNvPr>
            <p:cNvSpPr txBox="1"/>
            <p:nvPr/>
          </p:nvSpPr>
          <p:spPr>
            <a:xfrm>
              <a:off x="6193864" y="2497045"/>
              <a:ext cx="832279" cy="2308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tr-TR" sz="900" dirty="0">
                  <a:solidFill>
                    <a:srgbClr val="98A7B6"/>
                  </a:solidFill>
                  <a:latin typeface="IBM Plex Sans" panose="020B0503050203000203" pitchFamily="34" charset="0"/>
                </a:rPr>
                <a:t>Slot Durumu</a:t>
              </a:r>
            </a:p>
          </p:txBody>
        </p:sp>
        <p:sp>
          <p:nvSpPr>
            <p:cNvPr id="413" name="Metin kutusu 412">
              <a:extLst>
                <a:ext uri="{FF2B5EF4-FFF2-40B4-BE49-F238E27FC236}">
                  <a16:creationId xmlns:a16="http://schemas.microsoft.com/office/drawing/2014/main" id="{20A1DB65-425E-D14E-446C-61FE007E3BF4}"/>
                </a:ext>
              </a:extLst>
            </p:cNvPr>
            <p:cNvSpPr txBox="1"/>
            <p:nvPr/>
          </p:nvSpPr>
          <p:spPr>
            <a:xfrm>
              <a:off x="8219857" y="2469344"/>
              <a:ext cx="429926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r"/>
              <a:r>
                <a:rPr lang="tr-TR" sz="1200" dirty="0">
                  <a:solidFill>
                    <a:srgbClr val="E7EDF3"/>
                  </a:solidFill>
                  <a:latin typeface="IBM Plex Sans" panose="020B0503050203000203" pitchFamily="34" charset="0"/>
                </a:rPr>
                <a:t>3/4</a:t>
              </a:r>
            </a:p>
          </p:txBody>
        </p:sp>
      </p:grpSp>
      <p:sp>
        <p:nvSpPr>
          <p:cNvPr id="414" name="Dikdörtgen 413">
            <a:extLst>
              <a:ext uri="{FF2B5EF4-FFF2-40B4-BE49-F238E27FC236}">
                <a16:creationId xmlns:a16="http://schemas.microsoft.com/office/drawing/2014/main" id="{228316ED-86B4-2BBE-FDBA-0551D195B058}"/>
              </a:ext>
            </a:extLst>
          </p:cNvPr>
          <p:cNvSpPr/>
          <p:nvPr/>
        </p:nvSpPr>
        <p:spPr>
          <a:xfrm>
            <a:off x="221460" y="22882202"/>
            <a:ext cx="5985220" cy="972000"/>
          </a:xfrm>
          <a:prstGeom prst="rect">
            <a:avLst/>
          </a:prstGeom>
          <a:solidFill>
            <a:srgbClr val="101B26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15" name="Dikdörtgen: Köşeleri Yuvarlatılmış 414">
            <a:extLst>
              <a:ext uri="{FF2B5EF4-FFF2-40B4-BE49-F238E27FC236}">
                <a16:creationId xmlns:a16="http://schemas.microsoft.com/office/drawing/2014/main" id="{83036743-1D4F-2C85-12B7-8B8577786BCE}"/>
              </a:ext>
            </a:extLst>
          </p:cNvPr>
          <p:cNvSpPr/>
          <p:nvPr/>
        </p:nvSpPr>
        <p:spPr>
          <a:xfrm>
            <a:off x="300174" y="22936202"/>
            <a:ext cx="1404000" cy="864000"/>
          </a:xfrm>
          <a:prstGeom prst="roundRect">
            <a:avLst>
              <a:gd name="adj" fmla="val 12037"/>
            </a:avLst>
          </a:prstGeom>
          <a:solidFill>
            <a:srgbClr val="0A2418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16" name="Grafik 415">
            <a:extLst>
              <a:ext uri="{FF2B5EF4-FFF2-40B4-BE49-F238E27FC236}">
                <a16:creationId xmlns:a16="http://schemas.microsoft.com/office/drawing/2014/main" id="{055E8EF6-A592-1151-C2AA-9AC889717C9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732174" y="22971635"/>
            <a:ext cx="540000" cy="540000"/>
          </a:xfrm>
          <a:prstGeom prst="rect">
            <a:avLst/>
          </a:prstGeom>
        </p:spPr>
      </p:pic>
      <p:sp>
        <p:nvSpPr>
          <p:cNvPr id="417" name="Metin kutusu 416">
            <a:extLst>
              <a:ext uri="{FF2B5EF4-FFF2-40B4-BE49-F238E27FC236}">
                <a16:creationId xmlns:a16="http://schemas.microsoft.com/office/drawing/2014/main" id="{4E92CE9B-BEB0-82A2-7943-9B67CA408AB5}"/>
              </a:ext>
            </a:extLst>
          </p:cNvPr>
          <p:cNvSpPr txBox="1"/>
          <p:nvPr/>
        </p:nvSpPr>
        <p:spPr>
          <a:xfrm>
            <a:off x="615690" y="23511635"/>
            <a:ext cx="77296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>
                <a:latin typeface="IBM Plex Sans Medium" panose="020B0503050203000203" pitchFamily="34" charset="0"/>
              </a:rPr>
              <a:t>Yönetim</a:t>
            </a:r>
          </a:p>
        </p:txBody>
      </p:sp>
      <p:sp>
        <p:nvSpPr>
          <p:cNvPr id="418" name="Dikdörtgen: Köşeleri Yuvarlatılmış 417">
            <a:extLst>
              <a:ext uri="{FF2B5EF4-FFF2-40B4-BE49-F238E27FC236}">
                <a16:creationId xmlns:a16="http://schemas.microsoft.com/office/drawing/2014/main" id="{CB91C773-B5A3-8C51-3424-CEA083E353E7}"/>
              </a:ext>
            </a:extLst>
          </p:cNvPr>
          <p:cNvSpPr/>
          <p:nvPr/>
        </p:nvSpPr>
        <p:spPr>
          <a:xfrm>
            <a:off x="3251974" y="22936202"/>
            <a:ext cx="1404000" cy="864000"/>
          </a:xfrm>
          <a:prstGeom prst="roundRect">
            <a:avLst>
              <a:gd name="adj" fmla="val 12037"/>
            </a:avLst>
          </a:prstGeom>
          <a:solidFill>
            <a:srgbClr val="080D13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sp>
        <p:nvSpPr>
          <p:cNvPr id="419" name="Dikdörtgen: Köşeleri Yuvarlatılmış 418">
            <a:extLst>
              <a:ext uri="{FF2B5EF4-FFF2-40B4-BE49-F238E27FC236}">
                <a16:creationId xmlns:a16="http://schemas.microsoft.com/office/drawing/2014/main" id="{96FB3992-E558-A97F-353A-994DC9F0711C}"/>
              </a:ext>
            </a:extLst>
          </p:cNvPr>
          <p:cNvSpPr/>
          <p:nvPr/>
        </p:nvSpPr>
        <p:spPr>
          <a:xfrm rot="10800000">
            <a:off x="4727874" y="22936202"/>
            <a:ext cx="1404000" cy="864000"/>
          </a:xfrm>
          <a:prstGeom prst="roundRect">
            <a:avLst>
              <a:gd name="adj" fmla="val 12037"/>
            </a:avLst>
          </a:prstGeom>
          <a:solidFill>
            <a:srgbClr val="080D13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20" name="Grafik 419">
            <a:extLst>
              <a:ext uri="{FF2B5EF4-FFF2-40B4-BE49-F238E27FC236}">
                <a16:creationId xmlns:a16="http://schemas.microsoft.com/office/drawing/2014/main" id="{3357AC99-BE02-D029-ABF5-C3D052B0CD9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4"/>
              </a:ext>
            </a:extLst>
          </a:blip>
          <a:stretch>
            <a:fillRect/>
          </a:stretch>
        </p:blipFill>
        <p:spPr>
          <a:xfrm>
            <a:off x="3683974" y="22971635"/>
            <a:ext cx="540000" cy="540000"/>
          </a:xfrm>
          <a:prstGeom prst="rect">
            <a:avLst/>
          </a:prstGeom>
        </p:spPr>
      </p:pic>
      <p:sp>
        <p:nvSpPr>
          <p:cNvPr id="421" name="Metin kutusu 420">
            <a:extLst>
              <a:ext uri="{FF2B5EF4-FFF2-40B4-BE49-F238E27FC236}">
                <a16:creationId xmlns:a16="http://schemas.microsoft.com/office/drawing/2014/main" id="{66B6956F-7B6E-BB03-08A5-82A33FF5E32E}"/>
              </a:ext>
            </a:extLst>
          </p:cNvPr>
          <p:cNvSpPr txBox="1"/>
          <p:nvPr/>
        </p:nvSpPr>
        <p:spPr>
          <a:xfrm>
            <a:off x="3525812" y="23511635"/>
            <a:ext cx="8563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>
                <a:latin typeface="IBM Plex Sans Medium" panose="020B0503050203000203" pitchFamily="34" charset="0"/>
              </a:rPr>
              <a:t>Teklif Ver</a:t>
            </a:r>
          </a:p>
        </p:txBody>
      </p:sp>
      <p:sp>
        <p:nvSpPr>
          <p:cNvPr id="422" name="Metin kutusu 421">
            <a:extLst>
              <a:ext uri="{FF2B5EF4-FFF2-40B4-BE49-F238E27FC236}">
                <a16:creationId xmlns:a16="http://schemas.microsoft.com/office/drawing/2014/main" id="{D38595A9-C5FA-4765-8319-FB4065E21941}"/>
              </a:ext>
            </a:extLst>
          </p:cNvPr>
          <p:cNvSpPr txBox="1"/>
          <p:nvPr/>
        </p:nvSpPr>
        <p:spPr>
          <a:xfrm>
            <a:off x="5190864" y="23511635"/>
            <a:ext cx="47801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>
                <a:latin typeface="IBM Plex Sans Medium" panose="020B0503050203000203" pitchFamily="34" charset="0"/>
              </a:rPr>
              <a:t>Mail</a:t>
            </a:r>
          </a:p>
        </p:txBody>
      </p:sp>
      <p:pic>
        <p:nvPicPr>
          <p:cNvPr id="423" name="Grafik 422">
            <a:extLst>
              <a:ext uri="{FF2B5EF4-FFF2-40B4-BE49-F238E27FC236}">
                <a16:creationId xmlns:a16="http://schemas.microsoft.com/office/drawing/2014/main" id="{4D4F7992-439E-2356-34F7-2A271D53001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5"/>
              </a:ext>
            </a:extLst>
          </a:blip>
          <a:stretch>
            <a:fillRect/>
          </a:stretch>
        </p:blipFill>
        <p:spPr>
          <a:xfrm>
            <a:off x="5159872" y="22971635"/>
            <a:ext cx="540000" cy="540000"/>
          </a:xfrm>
          <a:prstGeom prst="rect">
            <a:avLst/>
          </a:prstGeom>
        </p:spPr>
      </p:pic>
      <p:sp>
        <p:nvSpPr>
          <p:cNvPr id="424" name="Dikdörtgen: Köşeleri Yuvarlatılmış 423">
            <a:extLst>
              <a:ext uri="{FF2B5EF4-FFF2-40B4-BE49-F238E27FC236}">
                <a16:creationId xmlns:a16="http://schemas.microsoft.com/office/drawing/2014/main" id="{01704399-D52D-5E49-D8B0-AAB3FC213A67}"/>
              </a:ext>
            </a:extLst>
          </p:cNvPr>
          <p:cNvSpPr/>
          <p:nvPr/>
        </p:nvSpPr>
        <p:spPr>
          <a:xfrm>
            <a:off x="1776074" y="22936202"/>
            <a:ext cx="1404000" cy="864000"/>
          </a:xfrm>
          <a:prstGeom prst="roundRect">
            <a:avLst>
              <a:gd name="adj" fmla="val 12037"/>
            </a:avLst>
          </a:prstGeom>
          <a:solidFill>
            <a:srgbClr val="080D13"/>
          </a:solidFill>
          <a:ln w="9525">
            <a:solidFill>
              <a:srgbClr val="344556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tr-TR"/>
          </a:p>
        </p:txBody>
      </p:sp>
      <p:pic>
        <p:nvPicPr>
          <p:cNvPr id="425" name="Grafik 424">
            <a:extLst>
              <a:ext uri="{FF2B5EF4-FFF2-40B4-BE49-F238E27FC236}">
                <a16:creationId xmlns:a16="http://schemas.microsoft.com/office/drawing/2014/main" id="{1F334928-6326-8355-4009-F9FF72CA8C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2208074" y="22971635"/>
            <a:ext cx="540000" cy="540000"/>
          </a:xfrm>
          <a:prstGeom prst="rect">
            <a:avLst/>
          </a:prstGeom>
        </p:spPr>
      </p:pic>
      <p:sp>
        <p:nvSpPr>
          <p:cNvPr id="426" name="Metin kutusu 425">
            <a:extLst>
              <a:ext uri="{FF2B5EF4-FFF2-40B4-BE49-F238E27FC236}">
                <a16:creationId xmlns:a16="http://schemas.microsoft.com/office/drawing/2014/main" id="{4C18F838-BBC6-9D62-611D-38792000DC9E}"/>
              </a:ext>
            </a:extLst>
          </p:cNvPr>
          <p:cNvSpPr txBox="1"/>
          <p:nvPr/>
        </p:nvSpPr>
        <p:spPr>
          <a:xfrm>
            <a:off x="2002624" y="23511635"/>
            <a:ext cx="95090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tr-TR" sz="1200" dirty="0">
                <a:latin typeface="IBM Plex Sans Medium" panose="020B0503050203000203" pitchFamily="34" charset="0"/>
              </a:rPr>
              <a:t>Satın Alma</a:t>
            </a:r>
          </a:p>
        </p:txBody>
      </p:sp>
    </p:spTree>
    <p:extLst>
      <p:ext uri="{BB962C8B-B14F-4D97-AF65-F5344CB8AC3E}">
        <p14:creationId xmlns:p14="http://schemas.microsoft.com/office/powerpoint/2010/main" val="37015952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eması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206</Words>
  <Application>Microsoft Office PowerPoint</Application>
  <PresentationFormat>Geniş ekran</PresentationFormat>
  <Paragraphs>101</Paragraphs>
  <Slides>1</Slides>
  <Notes>0</Notes>
  <HiddenSlides>0</HiddenSlides>
  <MMClips>0</MMClips>
  <ScaleCrop>false</ScaleCrop>
  <HeadingPairs>
    <vt:vector size="6" baseType="variant">
      <vt:variant>
        <vt:lpstr>Kullanılan Yazı Tipleri</vt:lpstr>
      </vt:variant>
      <vt:variant>
        <vt:i4>6</vt:i4>
      </vt:variant>
      <vt:variant>
        <vt:lpstr>Tema</vt:lpstr>
      </vt:variant>
      <vt:variant>
        <vt:i4>1</vt:i4>
      </vt:variant>
      <vt:variant>
        <vt:lpstr>Slayt Başlıkları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IBM Plex Sans</vt:lpstr>
      <vt:lpstr>IBM Plex Sans Medium</vt:lpstr>
      <vt:lpstr>IBM Plex Sans SemiBold</vt:lpstr>
      <vt:lpstr>Office Teması</vt:lpstr>
      <vt:lpstr>PowerPoint Sunusu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Emrah ENGİN</dc:creator>
  <cp:lastModifiedBy>Emrah ENGİN</cp:lastModifiedBy>
  <cp:revision>2</cp:revision>
  <dcterms:created xsi:type="dcterms:W3CDTF">2026-10-06T13:22:40Z</dcterms:created>
  <dcterms:modified xsi:type="dcterms:W3CDTF">2026-10-06T13:24:43Z</dcterms:modified>
</cp:coreProperties>
</file>