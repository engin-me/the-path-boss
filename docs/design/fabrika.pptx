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7B75C"/>
    <a:srgbClr val="98A7B6"/>
    <a:srgbClr val="3A4961"/>
    <a:srgbClr val="E86F6F"/>
    <a:srgbClr val="2FD17B"/>
    <a:srgbClr val="182431"/>
    <a:srgbClr val="0A1C2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1934" y="2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C033BB5-18E6-1F40-4E69-0E275AB63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CA37C92-F5F1-C559-8578-EB032C8775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7D96F10E-F80F-6AA7-FCCB-532A91A032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749-965D-4528-9EF6-FCD0977DF89B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1389877-C37A-50A8-902D-F1EE9830A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32EDD3E-CD6A-8934-92D4-21501C12C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A095C-4E3A-4ABA-A2BF-8F161C8523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8754485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C1BFA8E0-C4BD-735F-2CCE-105C22959E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52CFB92D-3123-EA3A-6920-B2BE90457D6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2D63446A-3604-E734-038C-90F3A5EC1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749-965D-4528-9EF6-FCD0977DF89B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DB71A142-1090-BE91-545D-65FBAA97BC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87C743AE-D5FE-790E-D34E-5170BCD8B5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A095C-4E3A-4ABA-A2BF-8F161C8523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304778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6894601-616A-A1D7-9FD9-D4F498647F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77D70FD5-2992-C545-37F5-B59EC71885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330D4BE-B900-1AC5-5A03-94FAA66E52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749-965D-4528-9EF6-FCD0977DF89B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E4D7AEB7-5C1E-6D95-59D5-8CA8FFEEC0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EC465DD-B7CF-AC68-C915-928FC8544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A095C-4E3A-4ABA-A2BF-8F161C8523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739858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2BD998FA-FA71-E24C-F185-878B09D71D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1F686ECC-ED6C-E91E-2599-6EF5782051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EA81D226-1188-C1BB-A53F-77CC2532E5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A29BFEF-AEFF-6D60-48BE-AD420E9476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749-965D-4528-9EF6-FCD0977DF89B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AF76D7A1-FAF4-5E80-2451-0B06E1488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25F4FF17-0DFF-F2DC-670E-3B3FA3275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A095C-4E3A-4ABA-A2BF-8F161C8523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72171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B31B37DC-A59D-D965-E4FB-BB414051E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A922055-7F7B-E153-4546-2D2059E7B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BD3CCC35-3AEA-5080-7BD3-8087285DBF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92EDAF2B-48CC-3DE8-F35E-9F1B50383F0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D5BA9023-5B51-43C9-7F2F-2064D80A435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ED6C32EB-5BFF-E58A-567B-70E3DCAFB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749-965D-4528-9EF6-FCD0977DF89B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85214D27-07BD-6DE4-484C-DC769E122B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B120A978-E491-3AD3-F3D1-6218A2252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A095C-4E3A-4ABA-A2BF-8F161C8523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04642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38A70336-8AC3-3386-B86C-D0B3BAFC8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FA714911-4009-810B-7138-493D4E7E60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749-965D-4528-9EF6-FCD0977DF89B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5D595EFB-50AD-3649-78D8-3F4B3B6C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A30B8066-FE52-56AE-13E0-474B728BEB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A095C-4E3A-4ABA-A2BF-8F161C8523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79772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B18CD3BB-DE09-F6F1-3ABF-B9FBA208C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749-965D-4528-9EF6-FCD0977DF89B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76B8C130-92ED-47EE-E90D-D8C21AF42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CA81DE4E-03B4-4B50-00D4-E764B91E09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A095C-4E3A-4ABA-A2BF-8F161C8523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074596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F0E9A5A4-8947-1CF5-0501-7C0B4254E1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23CCD74D-6A73-C8E7-1B04-E7CF264C9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427802C-78AB-2371-CAA5-6F4A0525DA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448022D5-F6BB-0A94-B8F8-97E6C8980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749-965D-4528-9EF6-FCD0977DF89B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B78CE2C9-D82C-6BE5-4C03-62476F67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577D3A0-2FC8-D0F7-5429-88DF3E860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A095C-4E3A-4ABA-A2BF-8F161C8523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420196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7C15502-807F-A638-B05D-1A57EECF90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6203F46E-D3A6-5B52-B715-AD50140E69A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C280890D-1F84-1495-EC71-F3EB0CA02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86AD1C62-90A2-0B2F-C3A0-FB03E7A251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749-965D-4528-9EF6-FCD0977DF89B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ABD118C-DBAA-7AC9-6874-34B6B5E267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583EE770-A5A6-C20B-6E99-E6D16437F3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A095C-4E3A-4ABA-A2BF-8F161C8523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588764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84FE8D27-6898-7389-C562-61719A601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4A5EA3B-2DC3-847E-50AE-90A554B5279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E2529675-AC6C-E139-EA65-1A3F7E7E2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749-965D-4528-9EF6-FCD0977DF89B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976F349-A68A-4A4C-9E1A-F2DA8DC91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A561C819-635C-C390-4FD3-64BA9BFE66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A095C-4E3A-4ABA-A2BF-8F161C8523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95039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334DA14C-4985-77DA-A66D-A1AAFF4B4C0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068F3CFF-8F61-F300-DD96-8BF75CB74B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D17A0EB2-4B1D-8FC5-5595-1865867AA6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E87749-965D-4528-9EF6-FCD0977DF89B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FA38EC22-152C-091C-C7DD-1BC3DEBB71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DEDB8B14-B23A-163F-2D97-AD18932DA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7A095C-4E3A-4ABA-A2BF-8F161C8523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7335471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C41435BA-4DE0-7667-80E2-F66759995E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1D369181-9FFA-7DF6-3370-CCDCCA0A597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CCE9E8AC-10DE-2866-4121-64F4CAD232F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87749-965D-4528-9EF6-FCD0977DF89B}" type="datetimeFigureOut">
              <a:rPr lang="tr-TR" smtClean="0"/>
              <a:t>7.10.2026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A41502C5-8FD1-F11F-706A-1B5CE0D8858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48E6EA31-FC22-63BF-8C10-79C0EAFC33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7A095C-4E3A-4ABA-A2BF-8F161C852348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10138422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g"/><Relationship Id="rId4" Type="http://schemas.openxmlformats.org/officeDocument/2006/relationships/image" Target="../media/image7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ikdörtgen 3">
            <a:extLst>
              <a:ext uri="{FF2B5EF4-FFF2-40B4-BE49-F238E27FC236}">
                <a16:creationId xmlns:a16="http://schemas.microsoft.com/office/drawing/2014/main" id="{77FA3A21-DDA7-D013-7CB5-20966F2777A4}"/>
              </a:ext>
            </a:extLst>
          </p:cNvPr>
          <p:cNvSpPr/>
          <p:nvPr/>
        </p:nvSpPr>
        <p:spPr>
          <a:xfrm>
            <a:off x="1195822" y="1944210"/>
            <a:ext cx="5400000" cy="3600000"/>
          </a:xfrm>
          <a:prstGeom prst="rect">
            <a:avLst/>
          </a:prstGeom>
          <a:solidFill>
            <a:srgbClr val="0A1C2C"/>
          </a:solidFill>
          <a:ln w="63500" cmpd="thickThin">
            <a:solidFill>
              <a:schemeClr val="tx1">
                <a:alpha val="94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grpSp>
        <p:nvGrpSpPr>
          <p:cNvPr id="67" name="Grup 66">
            <a:extLst>
              <a:ext uri="{FF2B5EF4-FFF2-40B4-BE49-F238E27FC236}">
                <a16:creationId xmlns:a16="http://schemas.microsoft.com/office/drawing/2014/main" id="{5C7F9535-7C30-81F0-51D7-C7501AE81F3D}"/>
              </a:ext>
            </a:extLst>
          </p:cNvPr>
          <p:cNvGrpSpPr/>
          <p:nvPr/>
        </p:nvGrpSpPr>
        <p:grpSpPr>
          <a:xfrm>
            <a:off x="1248849" y="2000760"/>
            <a:ext cx="5346973" cy="3552850"/>
            <a:chOff x="1248849" y="5622544"/>
            <a:chExt cx="5346973" cy="3552850"/>
          </a:xfrm>
        </p:grpSpPr>
        <p:cxnSp>
          <p:nvCxnSpPr>
            <p:cNvPr id="37" name="Düz Bağlayıcı 36">
              <a:extLst>
                <a:ext uri="{FF2B5EF4-FFF2-40B4-BE49-F238E27FC236}">
                  <a16:creationId xmlns:a16="http://schemas.microsoft.com/office/drawing/2014/main" id="{54D55906-E22E-3CC6-D172-85037923A377}"/>
                </a:ext>
              </a:extLst>
            </p:cNvPr>
            <p:cNvCxnSpPr>
              <a:cxnSpLocks/>
            </p:cNvCxnSpPr>
            <p:nvPr/>
          </p:nvCxnSpPr>
          <p:spPr>
            <a:xfrm>
              <a:off x="1248849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Düz Bağlayıcı 37">
              <a:extLst>
                <a:ext uri="{FF2B5EF4-FFF2-40B4-BE49-F238E27FC236}">
                  <a16:creationId xmlns:a16="http://schemas.microsoft.com/office/drawing/2014/main" id="{2882ED17-C133-649D-0D76-A0F5BD78FCF5}"/>
                </a:ext>
              </a:extLst>
            </p:cNvPr>
            <p:cNvCxnSpPr>
              <a:cxnSpLocks/>
            </p:cNvCxnSpPr>
            <p:nvPr/>
          </p:nvCxnSpPr>
          <p:spPr>
            <a:xfrm>
              <a:off x="1605314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Düz Bağlayıcı 38">
              <a:extLst>
                <a:ext uri="{FF2B5EF4-FFF2-40B4-BE49-F238E27FC236}">
                  <a16:creationId xmlns:a16="http://schemas.microsoft.com/office/drawing/2014/main" id="{A8227B37-1E61-3776-8B5E-D28B78A98B1A}"/>
                </a:ext>
              </a:extLst>
            </p:cNvPr>
            <p:cNvCxnSpPr>
              <a:cxnSpLocks/>
            </p:cNvCxnSpPr>
            <p:nvPr/>
          </p:nvCxnSpPr>
          <p:spPr>
            <a:xfrm>
              <a:off x="1961779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Düz Bağlayıcı 39">
              <a:extLst>
                <a:ext uri="{FF2B5EF4-FFF2-40B4-BE49-F238E27FC236}">
                  <a16:creationId xmlns:a16="http://schemas.microsoft.com/office/drawing/2014/main" id="{CC4859BD-E1EB-660C-6483-989AF71CFF11}"/>
                </a:ext>
              </a:extLst>
            </p:cNvPr>
            <p:cNvCxnSpPr>
              <a:cxnSpLocks/>
            </p:cNvCxnSpPr>
            <p:nvPr/>
          </p:nvCxnSpPr>
          <p:spPr>
            <a:xfrm>
              <a:off x="2318244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Düz Bağlayıcı 40">
              <a:extLst>
                <a:ext uri="{FF2B5EF4-FFF2-40B4-BE49-F238E27FC236}">
                  <a16:creationId xmlns:a16="http://schemas.microsoft.com/office/drawing/2014/main" id="{93E87E4A-3C05-B55D-8D87-02956B38478D}"/>
                </a:ext>
              </a:extLst>
            </p:cNvPr>
            <p:cNvCxnSpPr>
              <a:cxnSpLocks/>
            </p:cNvCxnSpPr>
            <p:nvPr/>
          </p:nvCxnSpPr>
          <p:spPr>
            <a:xfrm>
              <a:off x="2674709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Düz Bağlayıcı 41">
              <a:extLst>
                <a:ext uri="{FF2B5EF4-FFF2-40B4-BE49-F238E27FC236}">
                  <a16:creationId xmlns:a16="http://schemas.microsoft.com/office/drawing/2014/main" id="{A4EE8468-2407-418E-CD9C-58BED0F27DE9}"/>
                </a:ext>
              </a:extLst>
            </p:cNvPr>
            <p:cNvCxnSpPr>
              <a:cxnSpLocks/>
            </p:cNvCxnSpPr>
            <p:nvPr/>
          </p:nvCxnSpPr>
          <p:spPr>
            <a:xfrm>
              <a:off x="3031174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Düz Bağlayıcı 42">
              <a:extLst>
                <a:ext uri="{FF2B5EF4-FFF2-40B4-BE49-F238E27FC236}">
                  <a16:creationId xmlns:a16="http://schemas.microsoft.com/office/drawing/2014/main" id="{EE30D3BB-E250-F781-BF8F-CAE6E1A1D621}"/>
                </a:ext>
              </a:extLst>
            </p:cNvPr>
            <p:cNvCxnSpPr>
              <a:cxnSpLocks/>
            </p:cNvCxnSpPr>
            <p:nvPr/>
          </p:nvCxnSpPr>
          <p:spPr>
            <a:xfrm>
              <a:off x="3387639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Düz Bağlayıcı 43">
              <a:extLst>
                <a:ext uri="{FF2B5EF4-FFF2-40B4-BE49-F238E27FC236}">
                  <a16:creationId xmlns:a16="http://schemas.microsoft.com/office/drawing/2014/main" id="{8C0D7CC4-1FB7-8ED4-B242-AC603ADF28D7}"/>
                </a:ext>
              </a:extLst>
            </p:cNvPr>
            <p:cNvCxnSpPr>
              <a:cxnSpLocks/>
            </p:cNvCxnSpPr>
            <p:nvPr/>
          </p:nvCxnSpPr>
          <p:spPr>
            <a:xfrm>
              <a:off x="3744104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Düz Bağlayıcı 44">
              <a:extLst>
                <a:ext uri="{FF2B5EF4-FFF2-40B4-BE49-F238E27FC236}">
                  <a16:creationId xmlns:a16="http://schemas.microsoft.com/office/drawing/2014/main" id="{102BC822-CE29-59BE-78AA-B9A059C8A695}"/>
                </a:ext>
              </a:extLst>
            </p:cNvPr>
            <p:cNvCxnSpPr>
              <a:cxnSpLocks/>
            </p:cNvCxnSpPr>
            <p:nvPr/>
          </p:nvCxnSpPr>
          <p:spPr>
            <a:xfrm>
              <a:off x="4100569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Düz Bağlayıcı 45">
              <a:extLst>
                <a:ext uri="{FF2B5EF4-FFF2-40B4-BE49-F238E27FC236}">
                  <a16:creationId xmlns:a16="http://schemas.microsoft.com/office/drawing/2014/main" id="{F321141C-2CA3-4140-293C-E24229564B47}"/>
                </a:ext>
              </a:extLst>
            </p:cNvPr>
            <p:cNvCxnSpPr>
              <a:cxnSpLocks/>
            </p:cNvCxnSpPr>
            <p:nvPr/>
          </p:nvCxnSpPr>
          <p:spPr>
            <a:xfrm>
              <a:off x="4457034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Düz Bağlayıcı 46">
              <a:extLst>
                <a:ext uri="{FF2B5EF4-FFF2-40B4-BE49-F238E27FC236}">
                  <a16:creationId xmlns:a16="http://schemas.microsoft.com/office/drawing/2014/main" id="{69179931-D17D-D448-E7F1-6273E236A878}"/>
                </a:ext>
              </a:extLst>
            </p:cNvPr>
            <p:cNvCxnSpPr>
              <a:cxnSpLocks/>
            </p:cNvCxnSpPr>
            <p:nvPr/>
          </p:nvCxnSpPr>
          <p:spPr>
            <a:xfrm>
              <a:off x="4813499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Düz Bağlayıcı 47">
              <a:extLst>
                <a:ext uri="{FF2B5EF4-FFF2-40B4-BE49-F238E27FC236}">
                  <a16:creationId xmlns:a16="http://schemas.microsoft.com/office/drawing/2014/main" id="{35555669-0FB4-E3FF-D17B-C4A4338A0757}"/>
                </a:ext>
              </a:extLst>
            </p:cNvPr>
            <p:cNvCxnSpPr>
              <a:cxnSpLocks/>
            </p:cNvCxnSpPr>
            <p:nvPr/>
          </p:nvCxnSpPr>
          <p:spPr>
            <a:xfrm>
              <a:off x="5169964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Düz Bağlayıcı 48">
              <a:extLst>
                <a:ext uri="{FF2B5EF4-FFF2-40B4-BE49-F238E27FC236}">
                  <a16:creationId xmlns:a16="http://schemas.microsoft.com/office/drawing/2014/main" id="{08F16AB7-1FE1-A9C3-66A5-04AD1FEBB629}"/>
                </a:ext>
              </a:extLst>
            </p:cNvPr>
            <p:cNvCxnSpPr>
              <a:cxnSpLocks/>
            </p:cNvCxnSpPr>
            <p:nvPr/>
          </p:nvCxnSpPr>
          <p:spPr>
            <a:xfrm>
              <a:off x="5526429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Düz Bağlayıcı 49">
              <a:extLst>
                <a:ext uri="{FF2B5EF4-FFF2-40B4-BE49-F238E27FC236}">
                  <a16:creationId xmlns:a16="http://schemas.microsoft.com/office/drawing/2014/main" id="{202EBE81-C98A-9F98-A22D-04ECC9FBB2AD}"/>
                </a:ext>
              </a:extLst>
            </p:cNvPr>
            <p:cNvCxnSpPr>
              <a:cxnSpLocks/>
            </p:cNvCxnSpPr>
            <p:nvPr/>
          </p:nvCxnSpPr>
          <p:spPr>
            <a:xfrm>
              <a:off x="6239359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1" name="Düz Bağlayıcı 50">
              <a:extLst>
                <a:ext uri="{FF2B5EF4-FFF2-40B4-BE49-F238E27FC236}">
                  <a16:creationId xmlns:a16="http://schemas.microsoft.com/office/drawing/2014/main" id="{AD037AA3-FF35-FD0B-9AFE-D586199B4738}"/>
                </a:ext>
              </a:extLst>
            </p:cNvPr>
            <p:cNvCxnSpPr>
              <a:cxnSpLocks/>
            </p:cNvCxnSpPr>
            <p:nvPr/>
          </p:nvCxnSpPr>
          <p:spPr>
            <a:xfrm>
              <a:off x="6595822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Düz Bağlayıcı 51">
              <a:extLst>
                <a:ext uri="{FF2B5EF4-FFF2-40B4-BE49-F238E27FC236}">
                  <a16:creationId xmlns:a16="http://schemas.microsoft.com/office/drawing/2014/main" id="{43DFE688-989F-972F-8290-B78B359E7688}"/>
                </a:ext>
              </a:extLst>
            </p:cNvPr>
            <p:cNvCxnSpPr>
              <a:cxnSpLocks/>
            </p:cNvCxnSpPr>
            <p:nvPr/>
          </p:nvCxnSpPr>
          <p:spPr>
            <a:xfrm>
              <a:off x="5882894" y="5622544"/>
              <a:ext cx="0" cy="355285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6" name="Grup 65">
            <a:extLst>
              <a:ext uri="{FF2B5EF4-FFF2-40B4-BE49-F238E27FC236}">
                <a16:creationId xmlns:a16="http://schemas.microsoft.com/office/drawing/2014/main" id="{2A2F72D2-5DCD-4171-76CE-39556015FC22}"/>
              </a:ext>
            </a:extLst>
          </p:cNvPr>
          <p:cNvGrpSpPr/>
          <p:nvPr/>
        </p:nvGrpSpPr>
        <p:grpSpPr>
          <a:xfrm>
            <a:off x="1227293" y="1993011"/>
            <a:ext cx="5337058" cy="3532530"/>
            <a:chOff x="-4390414" y="1993011"/>
            <a:chExt cx="5337058" cy="3532530"/>
          </a:xfrm>
        </p:grpSpPr>
        <p:cxnSp>
          <p:nvCxnSpPr>
            <p:cNvPr id="53" name="Düz Bağlayıcı 52">
              <a:extLst>
                <a:ext uri="{FF2B5EF4-FFF2-40B4-BE49-F238E27FC236}">
                  <a16:creationId xmlns:a16="http://schemas.microsoft.com/office/drawing/2014/main" id="{EAB1B9EA-1F2C-F934-29C4-A7574CA00440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390414" y="1993011"/>
              <a:ext cx="5337058" cy="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Düz Bağlayıcı 55">
              <a:extLst>
                <a:ext uri="{FF2B5EF4-FFF2-40B4-BE49-F238E27FC236}">
                  <a16:creationId xmlns:a16="http://schemas.microsoft.com/office/drawing/2014/main" id="{8ACD1CEB-12C0-1055-B767-B6A1986CDBB8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390414" y="2346264"/>
              <a:ext cx="5337058" cy="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Düz Bağlayıcı 56">
              <a:extLst>
                <a:ext uri="{FF2B5EF4-FFF2-40B4-BE49-F238E27FC236}">
                  <a16:creationId xmlns:a16="http://schemas.microsoft.com/office/drawing/2014/main" id="{6ACE9300-DAA8-5631-7CE3-6D22A887CE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390414" y="2699517"/>
              <a:ext cx="5337058" cy="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Düz Bağlayıcı 57">
              <a:extLst>
                <a:ext uri="{FF2B5EF4-FFF2-40B4-BE49-F238E27FC236}">
                  <a16:creationId xmlns:a16="http://schemas.microsoft.com/office/drawing/2014/main" id="{C4F8A662-6694-8DCB-47C0-BC07A6F135E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390414" y="3052770"/>
              <a:ext cx="5337058" cy="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Düz Bağlayıcı 58">
              <a:extLst>
                <a:ext uri="{FF2B5EF4-FFF2-40B4-BE49-F238E27FC236}">
                  <a16:creationId xmlns:a16="http://schemas.microsoft.com/office/drawing/2014/main" id="{4598FBD6-0898-5FB5-0BE6-3B0C7F8D95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390414" y="3406023"/>
              <a:ext cx="5337058" cy="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Düz Bağlayıcı 59">
              <a:extLst>
                <a:ext uri="{FF2B5EF4-FFF2-40B4-BE49-F238E27FC236}">
                  <a16:creationId xmlns:a16="http://schemas.microsoft.com/office/drawing/2014/main" id="{70F9D788-72C6-D4E3-4F00-C6CD49A4F16C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390414" y="3759276"/>
              <a:ext cx="5337058" cy="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Düz Bağlayıcı 60">
              <a:extLst>
                <a:ext uri="{FF2B5EF4-FFF2-40B4-BE49-F238E27FC236}">
                  <a16:creationId xmlns:a16="http://schemas.microsoft.com/office/drawing/2014/main" id="{CF93D080-F02B-CF84-A5A5-F4A452A8B6D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390414" y="4112529"/>
              <a:ext cx="5337058" cy="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Düz Bağlayıcı 61">
              <a:extLst>
                <a:ext uri="{FF2B5EF4-FFF2-40B4-BE49-F238E27FC236}">
                  <a16:creationId xmlns:a16="http://schemas.microsoft.com/office/drawing/2014/main" id="{B07FFB71-9FE2-2D21-77D8-2726A10FA71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390414" y="4465782"/>
              <a:ext cx="5337058" cy="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Düz Bağlayıcı 62">
              <a:extLst>
                <a:ext uri="{FF2B5EF4-FFF2-40B4-BE49-F238E27FC236}">
                  <a16:creationId xmlns:a16="http://schemas.microsoft.com/office/drawing/2014/main" id="{7F8119B7-EC50-2C63-7D78-F31048FBE3CB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390414" y="5172288"/>
              <a:ext cx="5337058" cy="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Düz Bağlayıcı 63">
              <a:extLst>
                <a:ext uri="{FF2B5EF4-FFF2-40B4-BE49-F238E27FC236}">
                  <a16:creationId xmlns:a16="http://schemas.microsoft.com/office/drawing/2014/main" id="{5F955665-A0B3-1055-C079-D120BD441582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390414" y="5525541"/>
              <a:ext cx="5337058" cy="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Düz Bağlayıcı 64">
              <a:extLst>
                <a:ext uri="{FF2B5EF4-FFF2-40B4-BE49-F238E27FC236}">
                  <a16:creationId xmlns:a16="http://schemas.microsoft.com/office/drawing/2014/main" id="{3F61E891-77BA-D36A-CE5D-0B04D729964D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-4390414" y="4819035"/>
              <a:ext cx="5337058" cy="0"/>
            </a:xfrm>
            <a:prstGeom prst="line">
              <a:avLst/>
            </a:prstGeom>
            <a:ln w="6350">
              <a:solidFill>
                <a:srgbClr val="3A496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Dikdörtgen 11">
            <a:extLst>
              <a:ext uri="{FF2B5EF4-FFF2-40B4-BE49-F238E27FC236}">
                <a16:creationId xmlns:a16="http://schemas.microsoft.com/office/drawing/2014/main" id="{0C5021F7-8094-D548-4DF0-2E5BFCD69486}"/>
              </a:ext>
            </a:extLst>
          </p:cNvPr>
          <p:cNvSpPr/>
          <p:nvPr/>
        </p:nvSpPr>
        <p:spPr>
          <a:xfrm>
            <a:off x="1507929" y="3384210"/>
            <a:ext cx="2221384" cy="1889580"/>
          </a:xfrm>
          <a:prstGeom prst="rect">
            <a:avLst/>
          </a:prstGeom>
          <a:pattFill prst="dotDmnd">
            <a:fgClr>
              <a:srgbClr val="3A4961"/>
            </a:fgClr>
            <a:bgClr>
              <a:srgbClr val="0A1C2C"/>
            </a:bgClr>
          </a:pattFill>
          <a:ln w="38100">
            <a:solidFill>
              <a:srgbClr val="E7B7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18" name="Resim 17">
            <a:extLst>
              <a:ext uri="{FF2B5EF4-FFF2-40B4-BE49-F238E27FC236}">
                <a16:creationId xmlns:a16="http://schemas.microsoft.com/office/drawing/2014/main" id="{B5DE7DD5-0BFE-F443-57AB-77248B647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4329" y="3760121"/>
            <a:ext cx="1175158" cy="1137758"/>
          </a:xfrm>
          <a:prstGeom prst="rect">
            <a:avLst/>
          </a:prstGeom>
        </p:spPr>
      </p:pic>
      <p:sp>
        <p:nvSpPr>
          <p:cNvPr id="21" name="Dikdörtgen 20">
            <a:extLst>
              <a:ext uri="{FF2B5EF4-FFF2-40B4-BE49-F238E27FC236}">
                <a16:creationId xmlns:a16="http://schemas.microsoft.com/office/drawing/2014/main" id="{4C0A9EF9-2679-7EED-C599-E9E2C6F27065}"/>
              </a:ext>
            </a:extLst>
          </p:cNvPr>
          <p:cNvSpPr/>
          <p:nvPr/>
        </p:nvSpPr>
        <p:spPr>
          <a:xfrm>
            <a:off x="2785130" y="1871734"/>
            <a:ext cx="2221384" cy="119626"/>
          </a:xfrm>
          <a:prstGeom prst="rect">
            <a:avLst/>
          </a:prstGeom>
          <a:pattFill prst="wdUpDiag">
            <a:fgClr>
              <a:srgbClr val="E7B75C"/>
            </a:fgClr>
            <a:bgClr>
              <a:schemeClr val="bg1"/>
            </a:bgClr>
          </a:pattFill>
          <a:ln w="12700">
            <a:solidFill>
              <a:srgbClr val="E7B75C"/>
            </a:solidFill>
            <a:prstDash val="soli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" name="Dikdörtgen 21">
            <a:extLst>
              <a:ext uri="{FF2B5EF4-FFF2-40B4-BE49-F238E27FC236}">
                <a16:creationId xmlns:a16="http://schemas.microsoft.com/office/drawing/2014/main" id="{4D9A878A-845F-6DB7-D350-E2B65F2C8E14}"/>
              </a:ext>
            </a:extLst>
          </p:cNvPr>
          <p:cNvSpPr/>
          <p:nvPr/>
        </p:nvSpPr>
        <p:spPr>
          <a:xfrm>
            <a:off x="1248849" y="2031009"/>
            <a:ext cx="1536281" cy="395281"/>
          </a:xfrm>
          <a:prstGeom prst="rect">
            <a:avLst/>
          </a:prstGeom>
          <a:pattFill prst="pct70">
            <a:fgClr>
              <a:srgbClr val="98A7B6"/>
            </a:fgClr>
            <a:bgClr>
              <a:srgbClr val="0A1C2C"/>
            </a:bgClr>
          </a:pattFill>
          <a:ln w="38100">
            <a:solidFill>
              <a:srgbClr val="E7B7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" name="Dikdörtgen 1">
            <a:extLst>
              <a:ext uri="{FF2B5EF4-FFF2-40B4-BE49-F238E27FC236}">
                <a16:creationId xmlns:a16="http://schemas.microsoft.com/office/drawing/2014/main" id="{5642A459-9F0C-45FE-FE10-A023F8004460}"/>
              </a:ext>
            </a:extLst>
          </p:cNvPr>
          <p:cNvSpPr/>
          <p:nvPr/>
        </p:nvSpPr>
        <p:spPr>
          <a:xfrm>
            <a:off x="4062332" y="3384210"/>
            <a:ext cx="2221384" cy="1889580"/>
          </a:xfrm>
          <a:prstGeom prst="rect">
            <a:avLst/>
          </a:prstGeom>
          <a:pattFill prst="dotDmnd">
            <a:fgClr>
              <a:srgbClr val="3A4961"/>
            </a:fgClr>
            <a:bgClr>
              <a:srgbClr val="0A1C2C"/>
            </a:bgClr>
          </a:pattFill>
          <a:ln w="38100">
            <a:solidFill>
              <a:srgbClr val="E7B7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5" name="Metin kutusu 4">
            <a:extLst>
              <a:ext uri="{FF2B5EF4-FFF2-40B4-BE49-F238E27FC236}">
                <a16:creationId xmlns:a16="http://schemas.microsoft.com/office/drawing/2014/main" id="{1A19E2D1-144D-1B1B-8A85-671FCC623EE5}"/>
              </a:ext>
            </a:extLst>
          </p:cNvPr>
          <p:cNvSpPr txBox="1"/>
          <p:nvPr/>
        </p:nvSpPr>
        <p:spPr>
          <a:xfrm>
            <a:off x="2201498" y="4938466"/>
            <a:ext cx="1120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200" dirty="0" err="1">
                <a:solidFill>
                  <a:srgbClr val="E7EDF3"/>
                </a:solidFill>
                <a:latin typeface="IBM Plex Sans" panose="020B0503050203000203" pitchFamily="34" charset="0"/>
              </a:rPr>
              <a:t>Brandt</a:t>
            </a:r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 T-212</a:t>
            </a:r>
          </a:p>
        </p:txBody>
      </p:sp>
      <p:sp>
        <p:nvSpPr>
          <p:cNvPr id="9" name="Dikdörtgen: Köşeleri Yuvarlatılmış 8">
            <a:extLst>
              <a:ext uri="{FF2B5EF4-FFF2-40B4-BE49-F238E27FC236}">
                <a16:creationId xmlns:a16="http://schemas.microsoft.com/office/drawing/2014/main" id="{1E51EA35-531C-8B46-D742-7FD5411315BE}"/>
              </a:ext>
            </a:extLst>
          </p:cNvPr>
          <p:cNvSpPr/>
          <p:nvPr/>
        </p:nvSpPr>
        <p:spPr>
          <a:xfrm>
            <a:off x="7147869" y="7315190"/>
            <a:ext cx="2160000" cy="180000"/>
          </a:xfrm>
          <a:prstGeom prst="roundRect">
            <a:avLst>
              <a:gd name="adj" fmla="val 50000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4" name="Dikdörtgen: Köşeleri Yuvarlatılmış 13">
            <a:extLst>
              <a:ext uri="{FF2B5EF4-FFF2-40B4-BE49-F238E27FC236}">
                <a16:creationId xmlns:a16="http://schemas.microsoft.com/office/drawing/2014/main" id="{C485C078-C8F0-5BF6-AE56-956E06B33E94}"/>
              </a:ext>
            </a:extLst>
          </p:cNvPr>
          <p:cNvSpPr/>
          <p:nvPr/>
        </p:nvSpPr>
        <p:spPr>
          <a:xfrm>
            <a:off x="7163108" y="7333190"/>
            <a:ext cx="1080000" cy="144000"/>
          </a:xfrm>
          <a:prstGeom prst="roundRect">
            <a:avLst>
              <a:gd name="adj" fmla="val 50000"/>
            </a:avLst>
          </a:prstGeom>
          <a:solidFill>
            <a:srgbClr val="98A7B6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E97479D0-0B78-9692-C95B-ECE84E833A12}"/>
              </a:ext>
            </a:extLst>
          </p:cNvPr>
          <p:cNvSpPr/>
          <p:nvPr/>
        </p:nvSpPr>
        <p:spPr>
          <a:xfrm>
            <a:off x="3480486" y="3459480"/>
            <a:ext cx="180000" cy="180000"/>
          </a:xfrm>
          <a:prstGeom prst="ellipse">
            <a:avLst/>
          </a:prstGeom>
          <a:solidFill>
            <a:srgbClr val="2FD17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0" name="Resim 19">
            <a:extLst>
              <a:ext uri="{FF2B5EF4-FFF2-40B4-BE49-F238E27FC236}">
                <a16:creationId xmlns:a16="http://schemas.microsoft.com/office/drawing/2014/main" id="{FF6CBBB3-1BC0-1615-E13C-B0ACF64A2D26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5000"/>
          </a:blip>
          <a:stretch>
            <a:fillRect/>
          </a:stretch>
        </p:blipFill>
        <p:spPr>
          <a:xfrm>
            <a:off x="4676003" y="3777185"/>
            <a:ext cx="1461402" cy="1103630"/>
          </a:xfrm>
          <a:prstGeom prst="rect">
            <a:avLst/>
          </a:prstGeom>
        </p:spPr>
      </p:pic>
      <p:sp>
        <p:nvSpPr>
          <p:cNvPr id="29" name="Metin kutusu 28">
            <a:extLst>
              <a:ext uri="{FF2B5EF4-FFF2-40B4-BE49-F238E27FC236}">
                <a16:creationId xmlns:a16="http://schemas.microsoft.com/office/drawing/2014/main" id="{DAE643ED-015B-54F6-9B77-F6D57B6D8E12}"/>
              </a:ext>
            </a:extLst>
          </p:cNvPr>
          <p:cNvSpPr txBox="1"/>
          <p:nvPr/>
        </p:nvSpPr>
        <p:spPr>
          <a:xfrm>
            <a:off x="4846294" y="4938466"/>
            <a:ext cx="1120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200" dirty="0" err="1">
                <a:solidFill>
                  <a:srgbClr val="E7EDF3"/>
                </a:solidFill>
                <a:latin typeface="IBM Plex Sans" panose="020B0503050203000203" pitchFamily="34" charset="0"/>
              </a:rPr>
              <a:t>Brandt</a:t>
            </a:r>
            <a:r>
              <a:rPr lang="tr-TR" sz="1200" dirty="0">
                <a:solidFill>
                  <a:srgbClr val="E7EDF3"/>
                </a:solidFill>
                <a:latin typeface="IBM Plex Sans" panose="020B0503050203000203" pitchFamily="34" charset="0"/>
              </a:rPr>
              <a:t> T-212</a:t>
            </a: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6ECB792-6C17-D3BF-556D-FC18282481A7}"/>
              </a:ext>
            </a:extLst>
          </p:cNvPr>
          <p:cNvSpPr/>
          <p:nvPr/>
        </p:nvSpPr>
        <p:spPr>
          <a:xfrm>
            <a:off x="6006000" y="3459480"/>
            <a:ext cx="180000" cy="180000"/>
          </a:xfrm>
          <a:prstGeom prst="ellipse">
            <a:avLst/>
          </a:prstGeom>
          <a:solidFill>
            <a:srgbClr val="E7B75C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" name="Dikdörtgen 30">
            <a:extLst>
              <a:ext uri="{FF2B5EF4-FFF2-40B4-BE49-F238E27FC236}">
                <a16:creationId xmlns:a16="http://schemas.microsoft.com/office/drawing/2014/main" id="{883C0B25-59DA-FC37-7AAB-E36913FDFD60}"/>
              </a:ext>
            </a:extLst>
          </p:cNvPr>
          <p:cNvSpPr/>
          <p:nvPr/>
        </p:nvSpPr>
        <p:spPr>
          <a:xfrm>
            <a:off x="5058849" y="2031009"/>
            <a:ext cx="1474031" cy="742671"/>
          </a:xfrm>
          <a:prstGeom prst="rect">
            <a:avLst/>
          </a:prstGeom>
          <a:pattFill prst="pct70">
            <a:fgClr>
              <a:srgbClr val="98A7B6"/>
            </a:fgClr>
            <a:bgClr>
              <a:srgbClr val="0A1C2C"/>
            </a:bgClr>
          </a:pattFill>
          <a:ln w="38100">
            <a:solidFill>
              <a:srgbClr val="E7B7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" name="Dikdörtgen 31">
            <a:extLst>
              <a:ext uri="{FF2B5EF4-FFF2-40B4-BE49-F238E27FC236}">
                <a16:creationId xmlns:a16="http://schemas.microsoft.com/office/drawing/2014/main" id="{AD92EB11-E57E-292A-FD2C-EE6E3166A60B}"/>
              </a:ext>
            </a:extLst>
          </p:cNvPr>
          <p:cNvSpPr/>
          <p:nvPr/>
        </p:nvSpPr>
        <p:spPr>
          <a:xfrm>
            <a:off x="1248849" y="2576039"/>
            <a:ext cx="421455" cy="395281"/>
          </a:xfrm>
          <a:prstGeom prst="rect">
            <a:avLst/>
          </a:prstGeom>
          <a:pattFill prst="pct70">
            <a:fgClr>
              <a:srgbClr val="98A7B6"/>
            </a:fgClr>
            <a:bgClr>
              <a:srgbClr val="0A1C2C"/>
            </a:bgClr>
          </a:pattFill>
          <a:ln w="38100">
            <a:solidFill>
              <a:srgbClr val="E7B7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3" name="Dikdörtgen 32">
            <a:extLst>
              <a:ext uri="{FF2B5EF4-FFF2-40B4-BE49-F238E27FC236}">
                <a16:creationId xmlns:a16="http://schemas.microsoft.com/office/drawing/2014/main" id="{4EC341DE-3296-52D8-92D4-06241965EA74}"/>
              </a:ext>
            </a:extLst>
          </p:cNvPr>
          <p:cNvSpPr/>
          <p:nvPr/>
        </p:nvSpPr>
        <p:spPr>
          <a:xfrm>
            <a:off x="1802491" y="2576039"/>
            <a:ext cx="421455" cy="395281"/>
          </a:xfrm>
          <a:prstGeom prst="rect">
            <a:avLst/>
          </a:prstGeom>
          <a:pattFill prst="pct70">
            <a:fgClr>
              <a:srgbClr val="98A7B6"/>
            </a:fgClr>
            <a:bgClr>
              <a:srgbClr val="0A1C2C"/>
            </a:bgClr>
          </a:pattFill>
          <a:ln w="38100">
            <a:solidFill>
              <a:srgbClr val="E7B7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" name="Dikdörtgen 33">
            <a:extLst>
              <a:ext uri="{FF2B5EF4-FFF2-40B4-BE49-F238E27FC236}">
                <a16:creationId xmlns:a16="http://schemas.microsoft.com/office/drawing/2014/main" id="{721EA332-DD6A-1FA4-6BC3-8FD9F131C7F3}"/>
              </a:ext>
            </a:extLst>
          </p:cNvPr>
          <p:cNvSpPr/>
          <p:nvPr/>
        </p:nvSpPr>
        <p:spPr>
          <a:xfrm>
            <a:off x="2356135" y="2576039"/>
            <a:ext cx="421455" cy="395281"/>
          </a:xfrm>
          <a:prstGeom prst="rect">
            <a:avLst/>
          </a:prstGeom>
          <a:pattFill prst="pct70">
            <a:fgClr>
              <a:srgbClr val="98A7B6"/>
            </a:fgClr>
            <a:bgClr>
              <a:srgbClr val="0A1C2C"/>
            </a:bgClr>
          </a:pattFill>
          <a:ln w="38100">
            <a:solidFill>
              <a:srgbClr val="E7B7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5" name="Dikdörtgen 34">
            <a:extLst>
              <a:ext uri="{FF2B5EF4-FFF2-40B4-BE49-F238E27FC236}">
                <a16:creationId xmlns:a16="http://schemas.microsoft.com/office/drawing/2014/main" id="{DD3CF03D-B124-0F8A-F77F-0B764AFF907C}"/>
              </a:ext>
            </a:extLst>
          </p:cNvPr>
          <p:cNvSpPr/>
          <p:nvPr/>
        </p:nvSpPr>
        <p:spPr>
          <a:xfrm>
            <a:off x="5730859" y="2986107"/>
            <a:ext cx="550281" cy="240312"/>
          </a:xfrm>
          <a:prstGeom prst="rect">
            <a:avLst/>
          </a:prstGeom>
          <a:pattFill prst="pct70">
            <a:fgClr>
              <a:srgbClr val="98A7B6"/>
            </a:fgClr>
            <a:bgClr>
              <a:srgbClr val="0A1C2C"/>
            </a:bgClr>
          </a:pattFill>
          <a:ln w="38100">
            <a:solidFill>
              <a:srgbClr val="E7B7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68" name="Dikdörtgen 67">
            <a:extLst>
              <a:ext uri="{FF2B5EF4-FFF2-40B4-BE49-F238E27FC236}">
                <a16:creationId xmlns:a16="http://schemas.microsoft.com/office/drawing/2014/main" id="{269ACADD-AACB-7FB7-1151-1DBDF20B6957}"/>
              </a:ext>
            </a:extLst>
          </p:cNvPr>
          <p:cNvSpPr/>
          <p:nvPr/>
        </p:nvSpPr>
        <p:spPr>
          <a:xfrm>
            <a:off x="1620026" y="3499856"/>
            <a:ext cx="421455" cy="395281"/>
          </a:xfrm>
          <a:prstGeom prst="rect">
            <a:avLst/>
          </a:prstGeom>
          <a:pattFill prst="pct70">
            <a:fgClr>
              <a:srgbClr val="3A4961"/>
            </a:fgClr>
            <a:bgClr>
              <a:srgbClr val="0A1C2C"/>
            </a:bgClr>
          </a:pattFill>
          <a:ln w="38100">
            <a:solidFill>
              <a:srgbClr val="E7B7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3" name="Metin kutusu 72">
            <a:extLst>
              <a:ext uri="{FF2B5EF4-FFF2-40B4-BE49-F238E27FC236}">
                <a16:creationId xmlns:a16="http://schemas.microsoft.com/office/drawing/2014/main" id="{57368129-3687-AD90-BAF6-12E4D2116478}"/>
              </a:ext>
            </a:extLst>
          </p:cNvPr>
          <p:cNvSpPr txBox="1"/>
          <p:nvPr/>
        </p:nvSpPr>
        <p:spPr>
          <a:xfrm>
            <a:off x="1588555" y="3549480"/>
            <a:ext cx="463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200" dirty="0">
                <a:solidFill>
                  <a:srgbClr val="2FD17B"/>
                </a:solidFill>
                <a:latin typeface="IBM Plex Sans" panose="020B0503050203000203" pitchFamily="34" charset="0"/>
              </a:rPr>
              <a:t>+19</a:t>
            </a:r>
          </a:p>
        </p:txBody>
      </p:sp>
      <p:sp>
        <p:nvSpPr>
          <p:cNvPr id="74" name="Dikdörtgen 73">
            <a:extLst>
              <a:ext uri="{FF2B5EF4-FFF2-40B4-BE49-F238E27FC236}">
                <a16:creationId xmlns:a16="http://schemas.microsoft.com/office/drawing/2014/main" id="{DD79E3CF-996C-3C48-1F54-46C7C3D8C1BE}"/>
              </a:ext>
            </a:extLst>
          </p:cNvPr>
          <p:cNvSpPr/>
          <p:nvPr/>
        </p:nvSpPr>
        <p:spPr>
          <a:xfrm>
            <a:off x="1620026" y="4008722"/>
            <a:ext cx="421455" cy="395281"/>
          </a:xfrm>
          <a:prstGeom prst="rect">
            <a:avLst/>
          </a:prstGeom>
          <a:pattFill prst="pct70">
            <a:fgClr>
              <a:srgbClr val="3A4961"/>
            </a:fgClr>
            <a:bgClr>
              <a:srgbClr val="0A1C2C"/>
            </a:bgClr>
          </a:pattFill>
          <a:ln w="38100">
            <a:solidFill>
              <a:srgbClr val="E7B7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5" name="Metin kutusu 74">
            <a:extLst>
              <a:ext uri="{FF2B5EF4-FFF2-40B4-BE49-F238E27FC236}">
                <a16:creationId xmlns:a16="http://schemas.microsoft.com/office/drawing/2014/main" id="{C1647B80-28DF-4857-DF58-2A6DC55C3468}"/>
              </a:ext>
            </a:extLst>
          </p:cNvPr>
          <p:cNvSpPr txBox="1"/>
          <p:nvPr/>
        </p:nvSpPr>
        <p:spPr>
          <a:xfrm>
            <a:off x="1651072" y="4058346"/>
            <a:ext cx="33855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1200" dirty="0">
                <a:solidFill>
                  <a:srgbClr val="E86F6F"/>
                </a:solidFill>
                <a:latin typeface="IBM Plex Sans" panose="020B0503050203000203" pitchFamily="34" charset="0"/>
              </a:rPr>
              <a:t>-1</a:t>
            </a:r>
          </a:p>
        </p:txBody>
      </p:sp>
      <p:sp>
        <p:nvSpPr>
          <p:cNvPr id="78" name="Dikdörtgen 77">
            <a:extLst>
              <a:ext uri="{FF2B5EF4-FFF2-40B4-BE49-F238E27FC236}">
                <a16:creationId xmlns:a16="http://schemas.microsoft.com/office/drawing/2014/main" id="{51C4BE95-64B0-47A8-8B2C-1E356071D8F5}"/>
              </a:ext>
            </a:extLst>
          </p:cNvPr>
          <p:cNvSpPr/>
          <p:nvPr/>
        </p:nvSpPr>
        <p:spPr>
          <a:xfrm>
            <a:off x="4162087" y="3499856"/>
            <a:ext cx="421455" cy="395281"/>
          </a:xfrm>
          <a:prstGeom prst="rect">
            <a:avLst/>
          </a:prstGeom>
          <a:pattFill prst="pct70">
            <a:fgClr>
              <a:srgbClr val="3A4961"/>
            </a:fgClr>
            <a:bgClr>
              <a:srgbClr val="0A1C2C"/>
            </a:bgClr>
          </a:pattFill>
          <a:ln w="38100">
            <a:solidFill>
              <a:srgbClr val="E7B7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79" name="Dikdörtgen 78">
            <a:extLst>
              <a:ext uri="{FF2B5EF4-FFF2-40B4-BE49-F238E27FC236}">
                <a16:creationId xmlns:a16="http://schemas.microsoft.com/office/drawing/2014/main" id="{C853FF59-F4C6-C4B2-4ECD-9D8390029F55}"/>
              </a:ext>
            </a:extLst>
          </p:cNvPr>
          <p:cNvSpPr/>
          <p:nvPr/>
        </p:nvSpPr>
        <p:spPr>
          <a:xfrm>
            <a:off x="4162087" y="4008722"/>
            <a:ext cx="421455" cy="395281"/>
          </a:xfrm>
          <a:prstGeom prst="rect">
            <a:avLst/>
          </a:prstGeom>
          <a:pattFill prst="pct70">
            <a:fgClr>
              <a:srgbClr val="3A4961"/>
            </a:fgClr>
            <a:bgClr>
              <a:srgbClr val="0A1C2C"/>
            </a:bgClr>
          </a:pattFill>
          <a:ln w="38100">
            <a:solidFill>
              <a:srgbClr val="E7B75C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81" name="Grafik 80">
            <a:extLst>
              <a:ext uri="{FF2B5EF4-FFF2-40B4-BE49-F238E27FC236}">
                <a16:creationId xmlns:a16="http://schemas.microsoft.com/office/drawing/2014/main" id="{FB3C7AB2-0FE8-0029-0C2B-B80F320115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78291" y="4845198"/>
            <a:ext cx="360000" cy="360000"/>
          </a:xfrm>
          <a:prstGeom prst="rect">
            <a:avLst/>
          </a:prstGeom>
        </p:spPr>
      </p:pic>
      <p:pic>
        <p:nvPicPr>
          <p:cNvPr id="83" name="Grafik 82">
            <a:extLst>
              <a:ext uri="{FF2B5EF4-FFF2-40B4-BE49-F238E27FC236}">
                <a16:creationId xmlns:a16="http://schemas.microsoft.com/office/drawing/2014/main" id="{B29A652F-5716-8246-8E77-500E7C81442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3494959" y="4249907"/>
            <a:ext cx="101671" cy="18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3381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Dikdörtgen 10">
            <a:extLst>
              <a:ext uri="{FF2B5EF4-FFF2-40B4-BE49-F238E27FC236}">
                <a16:creationId xmlns:a16="http://schemas.microsoft.com/office/drawing/2014/main" id="{E6C06004-944F-04E6-5CEC-1A53280C9BBE}"/>
              </a:ext>
            </a:extLst>
          </p:cNvPr>
          <p:cNvSpPr>
            <a:spLocks/>
          </p:cNvSpPr>
          <p:nvPr/>
        </p:nvSpPr>
        <p:spPr>
          <a:xfrm>
            <a:off x="214423" y="-853439"/>
            <a:ext cx="5990400" cy="15840000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13" name="Dikdörtgen: Köşeleri Yuvarlatılmış 12">
            <a:extLst>
              <a:ext uri="{FF2B5EF4-FFF2-40B4-BE49-F238E27FC236}">
                <a16:creationId xmlns:a16="http://schemas.microsoft.com/office/drawing/2014/main" id="{1982FE91-CECF-C7B1-70CC-3C9F9C11B722}"/>
              </a:ext>
            </a:extLst>
          </p:cNvPr>
          <p:cNvSpPr/>
          <p:nvPr/>
        </p:nvSpPr>
        <p:spPr>
          <a:xfrm>
            <a:off x="348358" y="-609671"/>
            <a:ext cx="5734491" cy="2516400"/>
          </a:xfrm>
          <a:prstGeom prst="roundRect">
            <a:avLst>
              <a:gd name="adj" fmla="val 7304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15" name="Resim 14">
            <a:extLst>
              <a:ext uri="{FF2B5EF4-FFF2-40B4-BE49-F238E27FC236}">
                <a16:creationId xmlns:a16="http://schemas.microsoft.com/office/drawing/2014/main" id="{74B09E39-A77C-1AF8-4914-23CD0D9A02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602" r="24283" b="12589"/>
          <a:stretch>
            <a:fillRect/>
          </a:stretch>
        </p:blipFill>
        <p:spPr>
          <a:xfrm>
            <a:off x="467359" y="-491546"/>
            <a:ext cx="3103882" cy="2322733"/>
          </a:xfrm>
          <a:custGeom>
            <a:avLst/>
            <a:gdLst>
              <a:gd name="csX0" fmla="*/ 129640 w 3103882"/>
              <a:gd name="csY0" fmla="*/ 0 h 1873306"/>
              <a:gd name="csX1" fmla="*/ 2967056 w 3103882"/>
              <a:gd name="csY1" fmla="*/ 0 h 1873306"/>
              <a:gd name="csX2" fmla="*/ 3103882 w 3103882"/>
              <a:gd name="csY2" fmla="*/ 136826 h 1873306"/>
              <a:gd name="csX3" fmla="*/ 3103882 w 3103882"/>
              <a:gd name="csY3" fmla="*/ 1736480 h 1873306"/>
              <a:gd name="csX4" fmla="*/ 2967056 w 3103882"/>
              <a:gd name="csY4" fmla="*/ 1873306 h 1873306"/>
              <a:gd name="csX5" fmla="*/ 129640 w 3103882"/>
              <a:gd name="csY5" fmla="*/ 1873306 h 1873306"/>
              <a:gd name="csX6" fmla="*/ 3567 w 3103882"/>
              <a:gd name="csY6" fmla="*/ 1789739 h 1873306"/>
              <a:gd name="csX7" fmla="*/ 0 w 3103882"/>
              <a:gd name="csY7" fmla="*/ 1772073 h 1873306"/>
              <a:gd name="csX8" fmla="*/ 0 w 3103882"/>
              <a:gd name="csY8" fmla="*/ 101233 h 1873306"/>
              <a:gd name="csX9" fmla="*/ 3567 w 3103882"/>
              <a:gd name="csY9" fmla="*/ 83567 h 1873306"/>
              <a:gd name="csX10" fmla="*/ 129640 w 3103882"/>
              <a:gd name="csY10" fmla="*/ 0 h 18733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103882" h="1873306">
                <a:moveTo>
                  <a:pt x="129640" y="0"/>
                </a:moveTo>
                <a:lnTo>
                  <a:pt x="2967056" y="0"/>
                </a:lnTo>
                <a:cubicBezTo>
                  <a:pt x="3042623" y="0"/>
                  <a:pt x="3103882" y="61259"/>
                  <a:pt x="3103882" y="136826"/>
                </a:cubicBezTo>
                <a:lnTo>
                  <a:pt x="3103882" y="1736480"/>
                </a:lnTo>
                <a:cubicBezTo>
                  <a:pt x="3103882" y="1812047"/>
                  <a:pt x="3042623" y="1873306"/>
                  <a:pt x="2967056" y="1873306"/>
                </a:cubicBezTo>
                <a:lnTo>
                  <a:pt x="129640" y="1873306"/>
                </a:lnTo>
                <a:cubicBezTo>
                  <a:pt x="72965" y="1873306"/>
                  <a:pt x="24338" y="1838848"/>
                  <a:pt x="3567" y="1789739"/>
                </a:cubicBezTo>
                <a:lnTo>
                  <a:pt x="0" y="1772073"/>
                </a:lnTo>
                <a:lnTo>
                  <a:pt x="0" y="101233"/>
                </a:lnTo>
                <a:lnTo>
                  <a:pt x="3567" y="83567"/>
                </a:lnTo>
                <a:cubicBezTo>
                  <a:pt x="24338" y="34458"/>
                  <a:pt x="72965" y="0"/>
                  <a:pt x="129640" y="0"/>
                </a:cubicBezTo>
                <a:close/>
              </a:path>
            </a:pathLst>
          </a:custGeom>
        </p:spPr>
      </p:pic>
      <p:sp>
        <p:nvSpPr>
          <p:cNvPr id="17" name="Metin kutusu 16">
            <a:extLst>
              <a:ext uri="{FF2B5EF4-FFF2-40B4-BE49-F238E27FC236}">
                <a16:creationId xmlns:a16="http://schemas.microsoft.com/office/drawing/2014/main" id="{78C32D79-D8CD-3012-7F7C-14D3FE91C1B2}"/>
              </a:ext>
            </a:extLst>
          </p:cNvPr>
          <p:cNvSpPr txBox="1"/>
          <p:nvPr/>
        </p:nvSpPr>
        <p:spPr>
          <a:xfrm>
            <a:off x="3612587" y="-554144"/>
            <a:ext cx="2188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latin typeface="IBM Plex Sans" panose="020B0503050203000203" pitchFamily="34" charset="0"/>
              </a:rPr>
              <a:t>Gerekli Ekipman Seti</a:t>
            </a:r>
          </a:p>
        </p:txBody>
      </p:sp>
      <p:sp>
        <p:nvSpPr>
          <p:cNvPr id="19" name="Metin kutusu 18">
            <a:extLst>
              <a:ext uri="{FF2B5EF4-FFF2-40B4-BE49-F238E27FC236}">
                <a16:creationId xmlns:a16="http://schemas.microsoft.com/office/drawing/2014/main" id="{9C815852-8EEB-3AAB-89F5-9BF05280F573}"/>
              </a:ext>
            </a:extLst>
          </p:cNvPr>
          <p:cNvSpPr txBox="1"/>
          <p:nvPr/>
        </p:nvSpPr>
        <p:spPr>
          <a:xfrm>
            <a:off x="3612587" y="188198"/>
            <a:ext cx="94929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Transpalet 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x 1</a:t>
            </a:r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 </a:t>
            </a:r>
          </a:p>
        </p:txBody>
      </p:sp>
      <p:sp>
        <p:nvSpPr>
          <p:cNvPr id="21" name="Metin kutusu 20">
            <a:extLst>
              <a:ext uri="{FF2B5EF4-FFF2-40B4-BE49-F238E27FC236}">
                <a16:creationId xmlns:a16="http://schemas.microsoft.com/office/drawing/2014/main" id="{01048AD8-DCFC-77DD-0A23-7D0D55711BA3}"/>
              </a:ext>
            </a:extLst>
          </p:cNvPr>
          <p:cNvSpPr txBox="1"/>
          <p:nvPr/>
        </p:nvSpPr>
        <p:spPr>
          <a:xfrm>
            <a:off x="4880883" y="-190839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2FD17B"/>
                </a:solidFill>
                <a:latin typeface="IBM Plex Sans" panose="020B0503050203000203" pitchFamily="34" charset="0"/>
              </a:rPr>
              <a:t>$ 12.000</a:t>
            </a:r>
          </a:p>
        </p:txBody>
      </p:sp>
      <p:sp>
        <p:nvSpPr>
          <p:cNvPr id="23" name="Metin kutusu 22">
            <a:extLst>
              <a:ext uri="{FF2B5EF4-FFF2-40B4-BE49-F238E27FC236}">
                <a16:creationId xmlns:a16="http://schemas.microsoft.com/office/drawing/2014/main" id="{670EBACA-1A8C-E51F-EA8E-A8ADC39BE81B}"/>
              </a:ext>
            </a:extLst>
          </p:cNvPr>
          <p:cNvSpPr txBox="1"/>
          <p:nvPr/>
        </p:nvSpPr>
        <p:spPr>
          <a:xfrm>
            <a:off x="3612587" y="428880"/>
            <a:ext cx="126829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Malzeme Kasası 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x 10</a:t>
            </a:r>
          </a:p>
        </p:txBody>
      </p:sp>
      <p:sp>
        <p:nvSpPr>
          <p:cNvPr id="33" name="Metin kutusu 32">
            <a:extLst>
              <a:ext uri="{FF2B5EF4-FFF2-40B4-BE49-F238E27FC236}">
                <a16:creationId xmlns:a16="http://schemas.microsoft.com/office/drawing/2014/main" id="{47BC610D-C7B7-3F5B-35F4-E8BA7E2D8551}"/>
              </a:ext>
            </a:extLst>
          </p:cNvPr>
          <p:cNvSpPr txBox="1"/>
          <p:nvPr/>
        </p:nvSpPr>
        <p:spPr>
          <a:xfrm>
            <a:off x="3612587" y="669563"/>
            <a:ext cx="93647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Depo Rafı 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x 10</a:t>
            </a:r>
          </a:p>
        </p:txBody>
      </p:sp>
      <p:sp>
        <p:nvSpPr>
          <p:cNvPr id="35" name="Metin kutusu 34">
            <a:extLst>
              <a:ext uri="{FF2B5EF4-FFF2-40B4-BE49-F238E27FC236}">
                <a16:creationId xmlns:a16="http://schemas.microsoft.com/office/drawing/2014/main" id="{0041F6EB-71BB-FD6E-4242-C31D004A9F89}"/>
              </a:ext>
            </a:extLst>
          </p:cNvPr>
          <p:cNvSpPr txBox="1"/>
          <p:nvPr/>
        </p:nvSpPr>
        <p:spPr>
          <a:xfrm>
            <a:off x="3612587" y="910246"/>
            <a:ext cx="116730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El Aletleri Seti 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x 10</a:t>
            </a:r>
          </a:p>
        </p:txBody>
      </p:sp>
      <p:sp>
        <p:nvSpPr>
          <p:cNvPr id="37" name="Metin kutusu 36">
            <a:extLst>
              <a:ext uri="{FF2B5EF4-FFF2-40B4-BE49-F238E27FC236}">
                <a16:creationId xmlns:a16="http://schemas.microsoft.com/office/drawing/2014/main" id="{F2E86F26-56F6-DD9F-F5A1-693D866C26F4}"/>
              </a:ext>
            </a:extLst>
          </p:cNvPr>
          <p:cNvSpPr txBox="1"/>
          <p:nvPr/>
        </p:nvSpPr>
        <p:spPr>
          <a:xfrm>
            <a:off x="3612587" y="1150929"/>
            <a:ext cx="13837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Takım &amp; Fikstürler </a:t>
            </a:r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x 10</a:t>
            </a:r>
          </a:p>
        </p:txBody>
      </p:sp>
      <p:sp>
        <p:nvSpPr>
          <p:cNvPr id="41" name="Metin kutusu 40">
            <a:extLst>
              <a:ext uri="{FF2B5EF4-FFF2-40B4-BE49-F238E27FC236}">
                <a16:creationId xmlns:a16="http://schemas.microsoft.com/office/drawing/2014/main" id="{31B55712-D961-8F16-46F9-4930B28CCAD5}"/>
              </a:ext>
            </a:extLst>
          </p:cNvPr>
          <p:cNvSpPr txBox="1"/>
          <p:nvPr/>
        </p:nvSpPr>
        <p:spPr>
          <a:xfrm>
            <a:off x="3612587" y="-136978"/>
            <a:ext cx="77136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latin typeface="IBM Plex Sans" panose="020B0503050203000203" pitchFamily="34" charset="0"/>
              </a:rPr>
              <a:t>Set Fiyatı</a:t>
            </a:r>
          </a:p>
        </p:txBody>
      </p:sp>
      <p:sp>
        <p:nvSpPr>
          <p:cNvPr id="42" name="Metin kutusu 41">
            <a:extLst>
              <a:ext uri="{FF2B5EF4-FFF2-40B4-BE49-F238E27FC236}">
                <a16:creationId xmlns:a16="http://schemas.microsoft.com/office/drawing/2014/main" id="{0B13AA41-F159-3EF9-E0B8-8DB70FBDFE05}"/>
              </a:ext>
            </a:extLst>
          </p:cNvPr>
          <p:cNvSpPr txBox="1"/>
          <p:nvPr/>
        </p:nvSpPr>
        <p:spPr>
          <a:xfrm>
            <a:off x="5516169" y="188198"/>
            <a:ext cx="4603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$450</a:t>
            </a:r>
          </a:p>
        </p:txBody>
      </p:sp>
      <p:sp>
        <p:nvSpPr>
          <p:cNvPr id="45" name="Metin kutusu 44">
            <a:extLst>
              <a:ext uri="{FF2B5EF4-FFF2-40B4-BE49-F238E27FC236}">
                <a16:creationId xmlns:a16="http://schemas.microsoft.com/office/drawing/2014/main" id="{E6221E40-A2BC-A022-975D-27E2C9435623}"/>
              </a:ext>
            </a:extLst>
          </p:cNvPr>
          <p:cNvSpPr txBox="1"/>
          <p:nvPr/>
        </p:nvSpPr>
        <p:spPr>
          <a:xfrm>
            <a:off x="5516169" y="427673"/>
            <a:ext cx="46038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$250</a:t>
            </a:r>
          </a:p>
        </p:txBody>
      </p:sp>
      <p:sp>
        <p:nvSpPr>
          <p:cNvPr id="47" name="Metin kutusu 46">
            <a:extLst>
              <a:ext uri="{FF2B5EF4-FFF2-40B4-BE49-F238E27FC236}">
                <a16:creationId xmlns:a16="http://schemas.microsoft.com/office/drawing/2014/main" id="{B9BF6801-6F97-48D0-B2FB-1EAA7B080F59}"/>
              </a:ext>
            </a:extLst>
          </p:cNvPr>
          <p:cNvSpPr txBox="1"/>
          <p:nvPr/>
        </p:nvSpPr>
        <p:spPr>
          <a:xfrm>
            <a:off x="5415180" y="667148"/>
            <a:ext cx="5613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$1.400</a:t>
            </a:r>
          </a:p>
        </p:txBody>
      </p:sp>
      <p:sp>
        <p:nvSpPr>
          <p:cNvPr id="49" name="Metin kutusu 48">
            <a:extLst>
              <a:ext uri="{FF2B5EF4-FFF2-40B4-BE49-F238E27FC236}">
                <a16:creationId xmlns:a16="http://schemas.microsoft.com/office/drawing/2014/main" id="{7BB34E04-2076-7E09-914E-0C9749404F06}"/>
              </a:ext>
            </a:extLst>
          </p:cNvPr>
          <p:cNvSpPr txBox="1"/>
          <p:nvPr/>
        </p:nvSpPr>
        <p:spPr>
          <a:xfrm>
            <a:off x="5415180" y="906623"/>
            <a:ext cx="5613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$1.000</a:t>
            </a:r>
          </a:p>
        </p:txBody>
      </p:sp>
      <p:sp>
        <p:nvSpPr>
          <p:cNvPr id="51" name="Metin kutusu 50">
            <a:extLst>
              <a:ext uri="{FF2B5EF4-FFF2-40B4-BE49-F238E27FC236}">
                <a16:creationId xmlns:a16="http://schemas.microsoft.com/office/drawing/2014/main" id="{C747AE36-F417-1AFC-7013-98B185230C70}"/>
              </a:ext>
            </a:extLst>
          </p:cNvPr>
          <p:cNvSpPr txBox="1"/>
          <p:nvPr/>
        </p:nvSpPr>
        <p:spPr>
          <a:xfrm>
            <a:off x="5415180" y="1146097"/>
            <a:ext cx="56137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$1.500</a:t>
            </a:r>
          </a:p>
        </p:txBody>
      </p:sp>
      <p:sp>
        <p:nvSpPr>
          <p:cNvPr id="52" name="Dikdörtgen: Köşeleri Yuvarlatılmış 51">
            <a:extLst>
              <a:ext uri="{FF2B5EF4-FFF2-40B4-BE49-F238E27FC236}">
                <a16:creationId xmlns:a16="http://schemas.microsoft.com/office/drawing/2014/main" id="{4080382E-4124-1D7B-BCEE-546C14BD3C4E}"/>
              </a:ext>
            </a:extLst>
          </p:cNvPr>
          <p:cNvSpPr/>
          <p:nvPr/>
        </p:nvSpPr>
        <p:spPr>
          <a:xfrm>
            <a:off x="348358" y="2349032"/>
            <a:ext cx="5734491" cy="2516991"/>
          </a:xfrm>
          <a:prstGeom prst="roundRect">
            <a:avLst>
              <a:gd name="adj" fmla="val 7304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54" name="Metin kutusu 53">
            <a:extLst>
              <a:ext uri="{FF2B5EF4-FFF2-40B4-BE49-F238E27FC236}">
                <a16:creationId xmlns:a16="http://schemas.microsoft.com/office/drawing/2014/main" id="{6E3D55A1-C28B-FE28-7848-5BAF7223853B}"/>
              </a:ext>
            </a:extLst>
          </p:cNvPr>
          <p:cNvSpPr txBox="1"/>
          <p:nvPr/>
        </p:nvSpPr>
        <p:spPr>
          <a:xfrm>
            <a:off x="3612587" y="2404560"/>
            <a:ext cx="2188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latin typeface="IBM Plex Sans" panose="020B0503050203000203" pitchFamily="34" charset="0"/>
              </a:rPr>
              <a:t>Forklift</a:t>
            </a:r>
          </a:p>
        </p:txBody>
      </p:sp>
      <p:sp>
        <p:nvSpPr>
          <p:cNvPr id="55" name="Metin kutusu 54">
            <a:extLst>
              <a:ext uri="{FF2B5EF4-FFF2-40B4-BE49-F238E27FC236}">
                <a16:creationId xmlns:a16="http://schemas.microsoft.com/office/drawing/2014/main" id="{810822E2-F296-6710-8F0A-56C80129D8DF}"/>
              </a:ext>
            </a:extLst>
          </p:cNvPr>
          <p:cNvSpPr txBox="1"/>
          <p:nvPr/>
        </p:nvSpPr>
        <p:spPr>
          <a:xfrm>
            <a:off x="3612587" y="3146902"/>
            <a:ext cx="5357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Durum</a:t>
            </a:r>
          </a:p>
        </p:txBody>
      </p:sp>
      <p:sp>
        <p:nvSpPr>
          <p:cNvPr id="56" name="Metin kutusu 55">
            <a:extLst>
              <a:ext uri="{FF2B5EF4-FFF2-40B4-BE49-F238E27FC236}">
                <a16:creationId xmlns:a16="http://schemas.microsoft.com/office/drawing/2014/main" id="{D672815D-E3FE-B1AA-E717-A87CA319766B}"/>
              </a:ext>
            </a:extLst>
          </p:cNvPr>
          <p:cNvSpPr txBox="1"/>
          <p:nvPr/>
        </p:nvSpPr>
        <p:spPr>
          <a:xfrm>
            <a:off x="4880883" y="2767865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2FD17B"/>
                </a:solidFill>
                <a:latin typeface="IBM Plex Sans" panose="020B0503050203000203" pitchFamily="34" charset="0"/>
              </a:rPr>
              <a:t>$ 15.000</a:t>
            </a:r>
          </a:p>
        </p:txBody>
      </p:sp>
      <p:sp>
        <p:nvSpPr>
          <p:cNvPr id="57" name="Metin kutusu 56">
            <a:extLst>
              <a:ext uri="{FF2B5EF4-FFF2-40B4-BE49-F238E27FC236}">
                <a16:creationId xmlns:a16="http://schemas.microsoft.com/office/drawing/2014/main" id="{38C729D6-D964-7414-224D-21315CCF5796}"/>
              </a:ext>
            </a:extLst>
          </p:cNvPr>
          <p:cNvSpPr txBox="1"/>
          <p:nvPr/>
        </p:nvSpPr>
        <p:spPr>
          <a:xfrm>
            <a:off x="3612587" y="3387584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58" name="Metin kutusu 57">
            <a:extLst>
              <a:ext uri="{FF2B5EF4-FFF2-40B4-BE49-F238E27FC236}">
                <a16:creationId xmlns:a16="http://schemas.microsoft.com/office/drawing/2014/main" id="{01ABCEA6-09BE-5E96-5A48-4996FAB98018}"/>
              </a:ext>
            </a:extLst>
          </p:cNvPr>
          <p:cNvSpPr txBox="1"/>
          <p:nvPr/>
        </p:nvSpPr>
        <p:spPr>
          <a:xfrm>
            <a:off x="3612587" y="3628267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59" name="Metin kutusu 58">
            <a:extLst>
              <a:ext uri="{FF2B5EF4-FFF2-40B4-BE49-F238E27FC236}">
                <a16:creationId xmlns:a16="http://schemas.microsoft.com/office/drawing/2014/main" id="{A5D1E1FC-F4DA-19CD-78E4-0CC681EB091D}"/>
              </a:ext>
            </a:extLst>
          </p:cNvPr>
          <p:cNvSpPr txBox="1"/>
          <p:nvPr/>
        </p:nvSpPr>
        <p:spPr>
          <a:xfrm>
            <a:off x="3612587" y="3868950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61" name="Metin kutusu 60">
            <a:extLst>
              <a:ext uri="{FF2B5EF4-FFF2-40B4-BE49-F238E27FC236}">
                <a16:creationId xmlns:a16="http://schemas.microsoft.com/office/drawing/2014/main" id="{F6CD52DE-ADD8-5AAB-7B83-0FA4AFB750AC}"/>
              </a:ext>
            </a:extLst>
          </p:cNvPr>
          <p:cNvSpPr txBox="1"/>
          <p:nvPr/>
        </p:nvSpPr>
        <p:spPr>
          <a:xfrm>
            <a:off x="3612587" y="2821726"/>
            <a:ext cx="4940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latin typeface="IBM Plex Sans" panose="020B0503050203000203" pitchFamily="34" charset="0"/>
              </a:rPr>
              <a:t>Fiyat</a:t>
            </a:r>
          </a:p>
        </p:txBody>
      </p:sp>
      <p:pic>
        <p:nvPicPr>
          <p:cNvPr id="104" name="Resim 103">
            <a:extLst>
              <a:ext uri="{FF2B5EF4-FFF2-40B4-BE49-F238E27FC236}">
                <a16:creationId xmlns:a16="http://schemas.microsoft.com/office/drawing/2014/main" id="{3F3E39EC-B14B-2982-CBB9-021BC50E084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23" t="5720" r="10329" b="6332"/>
          <a:stretch>
            <a:fillRect/>
          </a:stretch>
        </p:blipFill>
        <p:spPr>
          <a:xfrm>
            <a:off x="467359" y="2462327"/>
            <a:ext cx="3103882" cy="2291554"/>
          </a:xfrm>
          <a:custGeom>
            <a:avLst/>
            <a:gdLst>
              <a:gd name="csX0" fmla="*/ 129640 w 3103882"/>
              <a:gd name="csY0" fmla="*/ 0 h 1873306"/>
              <a:gd name="csX1" fmla="*/ 2967056 w 3103882"/>
              <a:gd name="csY1" fmla="*/ 0 h 1873306"/>
              <a:gd name="csX2" fmla="*/ 3103882 w 3103882"/>
              <a:gd name="csY2" fmla="*/ 136826 h 1873306"/>
              <a:gd name="csX3" fmla="*/ 3103882 w 3103882"/>
              <a:gd name="csY3" fmla="*/ 1736480 h 1873306"/>
              <a:gd name="csX4" fmla="*/ 2967056 w 3103882"/>
              <a:gd name="csY4" fmla="*/ 1873306 h 1873306"/>
              <a:gd name="csX5" fmla="*/ 129640 w 3103882"/>
              <a:gd name="csY5" fmla="*/ 1873306 h 1873306"/>
              <a:gd name="csX6" fmla="*/ 3567 w 3103882"/>
              <a:gd name="csY6" fmla="*/ 1789739 h 1873306"/>
              <a:gd name="csX7" fmla="*/ 0 w 3103882"/>
              <a:gd name="csY7" fmla="*/ 1772073 h 1873306"/>
              <a:gd name="csX8" fmla="*/ 0 w 3103882"/>
              <a:gd name="csY8" fmla="*/ 101233 h 1873306"/>
              <a:gd name="csX9" fmla="*/ 3567 w 3103882"/>
              <a:gd name="csY9" fmla="*/ 83567 h 1873306"/>
              <a:gd name="csX10" fmla="*/ 129640 w 3103882"/>
              <a:gd name="csY10" fmla="*/ 0 h 18733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103882" h="1873306">
                <a:moveTo>
                  <a:pt x="129640" y="0"/>
                </a:moveTo>
                <a:lnTo>
                  <a:pt x="2967056" y="0"/>
                </a:lnTo>
                <a:cubicBezTo>
                  <a:pt x="3042623" y="0"/>
                  <a:pt x="3103882" y="61259"/>
                  <a:pt x="3103882" y="136826"/>
                </a:cubicBezTo>
                <a:lnTo>
                  <a:pt x="3103882" y="1736480"/>
                </a:lnTo>
                <a:cubicBezTo>
                  <a:pt x="3103882" y="1812047"/>
                  <a:pt x="3042623" y="1873306"/>
                  <a:pt x="2967056" y="1873306"/>
                </a:cubicBezTo>
                <a:lnTo>
                  <a:pt x="129640" y="1873306"/>
                </a:lnTo>
                <a:cubicBezTo>
                  <a:pt x="72965" y="1873306"/>
                  <a:pt x="24338" y="1838848"/>
                  <a:pt x="3567" y="1789739"/>
                </a:cubicBezTo>
                <a:lnTo>
                  <a:pt x="0" y="1772073"/>
                </a:lnTo>
                <a:lnTo>
                  <a:pt x="0" y="101233"/>
                </a:lnTo>
                <a:lnTo>
                  <a:pt x="3567" y="83567"/>
                </a:lnTo>
                <a:cubicBezTo>
                  <a:pt x="24338" y="34458"/>
                  <a:pt x="72965" y="0"/>
                  <a:pt x="129640" y="0"/>
                </a:cubicBezTo>
                <a:close/>
              </a:path>
            </a:pathLst>
          </a:custGeom>
        </p:spPr>
      </p:pic>
      <p:sp>
        <p:nvSpPr>
          <p:cNvPr id="89" name="Dikdörtgen: Köşeleri Yuvarlatılmış 88">
            <a:extLst>
              <a:ext uri="{FF2B5EF4-FFF2-40B4-BE49-F238E27FC236}">
                <a16:creationId xmlns:a16="http://schemas.microsoft.com/office/drawing/2014/main" id="{E791508E-C5DB-111D-6CB5-D78DBB6098EC}"/>
              </a:ext>
            </a:extLst>
          </p:cNvPr>
          <p:cNvSpPr/>
          <p:nvPr/>
        </p:nvSpPr>
        <p:spPr>
          <a:xfrm>
            <a:off x="348358" y="5019912"/>
            <a:ext cx="5734491" cy="2516400"/>
          </a:xfrm>
          <a:prstGeom prst="roundRect">
            <a:avLst>
              <a:gd name="adj" fmla="val 7304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pic>
        <p:nvPicPr>
          <p:cNvPr id="107" name="Resim 106">
            <a:extLst>
              <a:ext uri="{FF2B5EF4-FFF2-40B4-BE49-F238E27FC236}">
                <a16:creationId xmlns:a16="http://schemas.microsoft.com/office/drawing/2014/main" id="{F1AE9CE6-F1AE-C7C1-0F2A-2A313E058FC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394" t="1088" r="5788" b="5140"/>
          <a:stretch>
            <a:fillRect/>
          </a:stretch>
        </p:blipFill>
        <p:spPr>
          <a:xfrm>
            <a:off x="467359" y="5133206"/>
            <a:ext cx="3103882" cy="2293754"/>
          </a:xfrm>
          <a:custGeom>
            <a:avLst/>
            <a:gdLst>
              <a:gd name="csX0" fmla="*/ 129640 w 3103882"/>
              <a:gd name="csY0" fmla="*/ 0 h 1873306"/>
              <a:gd name="csX1" fmla="*/ 2967056 w 3103882"/>
              <a:gd name="csY1" fmla="*/ 0 h 1873306"/>
              <a:gd name="csX2" fmla="*/ 3103882 w 3103882"/>
              <a:gd name="csY2" fmla="*/ 136826 h 1873306"/>
              <a:gd name="csX3" fmla="*/ 3103882 w 3103882"/>
              <a:gd name="csY3" fmla="*/ 1736480 h 1873306"/>
              <a:gd name="csX4" fmla="*/ 2967056 w 3103882"/>
              <a:gd name="csY4" fmla="*/ 1873306 h 1873306"/>
              <a:gd name="csX5" fmla="*/ 129640 w 3103882"/>
              <a:gd name="csY5" fmla="*/ 1873306 h 1873306"/>
              <a:gd name="csX6" fmla="*/ 3567 w 3103882"/>
              <a:gd name="csY6" fmla="*/ 1789739 h 1873306"/>
              <a:gd name="csX7" fmla="*/ 0 w 3103882"/>
              <a:gd name="csY7" fmla="*/ 1772073 h 1873306"/>
              <a:gd name="csX8" fmla="*/ 0 w 3103882"/>
              <a:gd name="csY8" fmla="*/ 101233 h 1873306"/>
              <a:gd name="csX9" fmla="*/ 3567 w 3103882"/>
              <a:gd name="csY9" fmla="*/ 83567 h 1873306"/>
              <a:gd name="csX10" fmla="*/ 129640 w 3103882"/>
              <a:gd name="csY10" fmla="*/ 0 h 18733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103882" h="1873306">
                <a:moveTo>
                  <a:pt x="129640" y="0"/>
                </a:moveTo>
                <a:lnTo>
                  <a:pt x="2967056" y="0"/>
                </a:lnTo>
                <a:cubicBezTo>
                  <a:pt x="3042623" y="0"/>
                  <a:pt x="3103882" y="61259"/>
                  <a:pt x="3103882" y="136826"/>
                </a:cubicBezTo>
                <a:lnTo>
                  <a:pt x="3103882" y="1736480"/>
                </a:lnTo>
                <a:cubicBezTo>
                  <a:pt x="3103882" y="1812047"/>
                  <a:pt x="3042623" y="1873306"/>
                  <a:pt x="2967056" y="1873306"/>
                </a:cubicBezTo>
                <a:lnTo>
                  <a:pt x="129640" y="1873306"/>
                </a:lnTo>
                <a:cubicBezTo>
                  <a:pt x="72965" y="1873306"/>
                  <a:pt x="24338" y="1838848"/>
                  <a:pt x="3567" y="1789739"/>
                </a:cubicBezTo>
                <a:lnTo>
                  <a:pt x="0" y="1772073"/>
                </a:lnTo>
                <a:lnTo>
                  <a:pt x="0" y="101233"/>
                </a:lnTo>
                <a:lnTo>
                  <a:pt x="3567" y="83567"/>
                </a:lnTo>
                <a:cubicBezTo>
                  <a:pt x="24338" y="34458"/>
                  <a:pt x="72965" y="0"/>
                  <a:pt x="129640" y="0"/>
                </a:cubicBezTo>
                <a:close/>
              </a:path>
            </a:pathLst>
          </a:custGeom>
        </p:spPr>
      </p:pic>
      <p:sp>
        <p:nvSpPr>
          <p:cNvPr id="108" name="Metin kutusu 107">
            <a:extLst>
              <a:ext uri="{FF2B5EF4-FFF2-40B4-BE49-F238E27FC236}">
                <a16:creationId xmlns:a16="http://schemas.microsoft.com/office/drawing/2014/main" id="{1E331003-787E-D8B1-1ADF-49996ADADB88}"/>
              </a:ext>
            </a:extLst>
          </p:cNvPr>
          <p:cNvSpPr txBox="1"/>
          <p:nvPr/>
        </p:nvSpPr>
        <p:spPr>
          <a:xfrm>
            <a:off x="5498040" y="3146902"/>
            <a:ext cx="4122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Yeni</a:t>
            </a:r>
          </a:p>
        </p:txBody>
      </p:sp>
      <p:sp>
        <p:nvSpPr>
          <p:cNvPr id="109" name="Metin kutusu 108">
            <a:extLst>
              <a:ext uri="{FF2B5EF4-FFF2-40B4-BE49-F238E27FC236}">
                <a16:creationId xmlns:a16="http://schemas.microsoft.com/office/drawing/2014/main" id="{FDAC6AEC-94EB-6D3D-EC11-DDD870F3481F}"/>
              </a:ext>
            </a:extLst>
          </p:cNvPr>
          <p:cNvSpPr txBox="1"/>
          <p:nvPr/>
        </p:nvSpPr>
        <p:spPr>
          <a:xfrm>
            <a:off x="5373005" y="3387584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10" name="Metin kutusu 109">
            <a:extLst>
              <a:ext uri="{FF2B5EF4-FFF2-40B4-BE49-F238E27FC236}">
                <a16:creationId xmlns:a16="http://schemas.microsoft.com/office/drawing/2014/main" id="{B28DACD5-EEE4-5661-A7CA-B2ABD56DBB4D}"/>
              </a:ext>
            </a:extLst>
          </p:cNvPr>
          <p:cNvSpPr txBox="1"/>
          <p:nvPr/>
        </p:nvSpPr>
        <p:spPr>
          <a:xfrm>
            <a:off x="5373005" y="3628267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11" name="Metin kutusu 110">
            <a:extLst>
              <a:ext uri="{FF2B5EF4-FFF2-40B4-BE49-F238E27FC236}">
                <a16:creationId xmlns:a16="http://schemas.microsoft.com/office/drawing/2014/main" id="{E6CD9DC7-1627-3052-DF43-589F12F2291C}"/>
              </a:ext>
            </a:extLst>
          </p:cNvPr>
          <p:cNvSpPr txBox="1"/>
          <p:nvPr/>
        </p:nvSpPr>
        <p:spPr>
          <a:xfrm>
            <a:off x="5373005" y="3868950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13" name="Dikdörtgen: Köşeleri Yuvarlatılmış 112">
            <a:extLst>
              <a:ext uri="{FF2B5EF4-FFF2-40B4-BE49-F238E27FC236}">
                <a16:creationId xmlns:a16="http://schemas.microsoft.com/office/drawing/2014/main" id="{CD7B4874-4B8D-EC58-B88A-F247F61EE4A5}"/>
              </a:ext>
            </a:extLst>
          </p:cNvPr>
          <p:cNvSpPr/>
          <p:nvPr/>
        </p:nvSpPr>
        <p:spPr>
          <a:xfrm>
            <a:off x="4835313" y="4403592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1F7A4D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Satın Al</a:t>
            </a:r>
          </a:p>
        </p:txBody>
      </p:sp>
      <p:sp>
        <p:nvSpPr>
          <p:cNvPr id="114" name="Dikdörtgen: Köşeleri Yuvarlatılmış 113">
            <a:extLst>
              <a:ext uri="{FF2B5EF4-FFF2-40B4-BE49-F238E27FC236}">
                <a16:creationId xmlns:a16="http://schemas.microsoft.com/office/drawing/2014/main" id="{0948A684-7559-1CF6-D790-834E905858F5}"/>
              </a:ext>
            </a:extLst>
          </p:cNvPr>
          <p:cNvSpPr/>
          <p:nvPr/>
        </p:nvSpPr>
        <p:spPr>
          <a:xfrm>
            <a:off x="4835313" y="1456374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1F7A4D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Satın Al</a:t>
            </a:r>
          </a:p>
        </p:txBody>
      </p:sp>
      <p:sp>
        <p:nvSpPr>
          <p:cNvPr id="115" name="Metin kutusu 114">
            <a:extLst>
              <a:ext uri="{FF2B5EF4-FFF2-40B4-BE49-F238E27FC236}">
                <a16:creationId xmlns:a16="http://schemas.microsoft.com/office/drawing/2014/main" id="{62B790FD-F3D1-F24D-C386-E37F4B8D5C14}"/>
              </a:ext>
            </a:extLst>
          </p:cNvPr>
          <p:cNvSpPr txBox="1"/>
          <p:nvPr/>
        </p:nvSpPr>
        <p:spPr>
          <a:xfrm>
            <a:off x="3612587" y="5125640"/>
            <a:ext cx="2188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latin typeface="IBM Plex Sans" panose="020B0503050203000203" pitchFamily="34" charset="0"/>
              </a:rPr>
              <a:t>Forklift</a:t>
            </a:r>
          </a:p>
        </p:txBody>
      </p:sp>
      <p:sp>
        <p:nvSpPr>
          <p:cNvPr id="116" name="Metin kutusu 115">
            <a:extLst>
              <a:ext uri="{FF2B5EF4-FFF2-40B4-BE49-F238E27FC236}">
                <a16:creationId xmlns:a16="http://schemas.microsoft.com/office/drawing/2014/main" id="{19812E47-439A-60D1-0552-A6F04D43D433}"/>
              </a:ext>
            </a:extLst>
          </p:cNvPr>
          <p:cNvSpPr txBox="1"/>
          <p:nvPr/>
        </p:nvSpPr>
        <p:spPr>
          <a:xfrm>
            <a:off x="3612587" y="5867982"/>
            <a:ext cx="5357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Durum</a:t>
            </a:r>
          </a:p>
        </p:txBody>
      </p:sp>
      <p:sp>
        <p:nvSpPr>
          <p:cNvPr id="117" name="Metin kutusu 116">
            <a:extLst>
              <a:ext uri="{FF2B5EF4-FFF2-40B4-BE49-F238E27FC236}">
                <a16:creationId xmlns:a16="http://schemas.microsoft.com/office/drawing/2014/main" id="{E1D34EE3-764A-9536-7882-793C21B7202B}"/>
              </a:ext>
            </a:extLst>
          </p:cNvPr>
          <p:cNvSpPr txBox="1"/>
          <p:nvPr/>
        </p:nvSpPr>
        <p:spPr>
          <a:xfrm>
            <a:off x="4880883" y="5488945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2FD17B"/>
                </a:solidFill>
                <a:latin typeface="IBM Plex Sans" panose="020B0503050203000203" pitchFamily="34" charset="0"/>
              </a:rPr>
              <a:t>$ 15.000</a:t>
            </a:r>
          </a:p>
        </p:txBody>
      </p:sp>
      <p:sp>
        <p:nvSpPr>
          <p:cNvPr id="118" name="Metin kutusu 117">
            <a:extLst>
              <a:ext uri="{FF2B5EF4-FFF2-40B4-BE49-F238E27FC236}">
                <a16:creationId xmlns:a16="http://schemas.microsoft.com/office/drawing/2014/main" id="{205A6286-B020-4C52-F3A7-FE3C4B151620}"/>
              </a:ext>
            </a:extLst>
          </p:cNvPr>
          <p:cNvSpPr txBox="1"/>
          <p:nvPr/>
        </p:nvSpPr>
        <p:spPr>
          <a:xfrm>
            <a:off x="3612587" y="6108664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19" name="Metin kutusu 118">
            <a:extLst>
              <a:ext uri="{FF2B5EF4-FFF2-40B4-BE49-F238E27FC236}">
                <a16:creationId xmlns:a16="http://schemas.microsoft.com/office/drawing/2014/main" id="{3AFCF108-0861-A2E2-2024-6E9B152B81F7}"/>
              </a:ext>
            </a:extLst>
          </p:cNvPr>
          <p:cNvSpPr txBox="1"/>
          <p:nvPr/>
        </p:nvSpPr>
        <p:spPr>
          <a:xfrm>
            <a:off x="3612587" y="6349347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20" name="Metin kutusu 119">
            <a:extLst>
              <a:ext uri="{FF2B5EF4-FFF2-40B4-BE49-F238E27FC236}">
                <a16:creationId xmlns:a16="http://schemas.microsoft.com/office/drawing/2014/main" id="{506C0E45-1C30-358A-0A0B-7C1558A495FF}"/>
              </a:ext>
            </a:extLst>
          </p:cNvPr>
          <p:cNvSpPr txBox="1"/>
          <p:nvPr/>
        </p:nvSpPr>
        <p:spPr>
          <a:xfrm>
            <a:off x="3612587" y="6590030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21" name="Metin kutusu 120">
            <a:extLst>
              <a:ext uri="{FF2B5EF4-FFF2-40B4-BE49-F238E27FC236}">
                <a16:creationId xmlns:a16="http://schemas.microsoft.com/office/drawing/2014/main" id="{CB23C221-A4B0-7F28-C556-9D4FE9F88F9D}"/>
              </a:ext>
            </a:extLst>
          </p:cNvPr>
          <p:cNvSpPr txBox="1"/>
          <p:nvPr/>
        </p:nvSpPr>
        <p:spPr>
          <a:xfrm>
            <a:off x="3612587" y="5542806"/>
            <a:ext cx="4940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latin typeface="IBM Plex Sans" panose="020B0503050203000203" pitchFamily="34" charset="0"/>
              </a:rPr>
              <a:t>Fiyat</a:t>
            </a:r>
          </a:p>
        </p:txBody>
      </p:sp>
      <p:sp>
        <p:nvSpPr>
          <p:cNvPr id="122" name="Metin kutusu 121">
            <a:extLst>
              <a:ext uri="{FF2B5EF4-FFF2-40B4-BE49-F238E27FC236}">
                <a16:creationId xmlns:a16="http://schemas.microsoft.com/office/drawing/2014/main" id="{420E1241-2AF1-0978-91DC-5E927C691883}"/>
              </a:ext>
            </a:extLst>
          </p:cNvPr>
          <p:cNvSpPr txBox="1"/>
          <p:nvPr/>
        </p:nvSpPr>
        <p:spPr>
          <a:xfrm>
            <a:off x="4993093" y="5867982"/>
            <a:ext cx="91723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İkinc</a:t>
            </a:r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 El - %70</a:t>
            </a:r>
          </a:p>
        </p:txBody>
      </p:sp>
      <p:sp>
        <p:nvSpPr>
          <p:cNvPr id="123" name="Metin kutusu 122">
            <a:extLst>
              <a:ext uri="{FF2B5EF4-FFF2-40B4-BE49-F238E27FC236}">
                <a16:creationId xmlns:a16="http://schemas.microsoft.com/office/drawing/2014/main" id="{EA6A0A44-3931-B1D3-E262-04927FD56922}"/>
              </a:ext>
            </a:extLst>
          </p:cNvPr>
          <p:cNvSpPr txBox="1"/>
          <p:nvPr/>
        </p:nvSpPr>
        <p:spPr>
          <a:xfrm>
            <a:off x="5373005" y="6108664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24" name="Metin kutusu 123">
            <a:extLst>
              <a:ext uri="{FF2B5EF4-FFF2-40B4-BE49-F238E27FC236}">
                <a16:creationId xmlns:a16="http://schemas.microsoft.com/office/drawing/2014/main" id="{9B195133-15E9-223F-36E3-412053B23DB0}"/>
              </a:ext>
            </a:extLst>
          </p:cNvPr>
          <p:cNvSpPr txBox="1"/>
          <p:nvPr/>
        </p:nvSpPr>
        <p:spPr>
          <a:xfrm>
            <a:off x="5373005" y="6349347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25" name="Metin kutusu 124">
            <a:extLst>
              <a:ext uri="{FF2B5EF4-FFF2-40B4-BE49-F238E27FC236}">
                <a16:creationId xmlns:a16="http://schemas.microsoft.com/office/drawing/2014/main" id="{A4A43802-AAB8-D333-970B-87B7B86869D0}"/>
              </a:ext>
            </a:extLst>
          </p:cNvPr>
          <p:cNvSpPr txBox="1"/>
          <p:nvPr/>
        </p:nvSpPr>
        <p:spPr>
          <a:xfrm>
            <a:off x="5373005" y="6590030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26" name="Dikdörtgen: Köşeleri Yuvarlatılmış 125">
            <a:extLst>
              <a:ext uri="{FF2B5EF4-FFF2-40B4-BE49-F238E27FC236}">
                <a16:creationId xmlns:a16="http://schemas.microsoft.com/office/drawing/2014/main" id="{90A61E00-2A7E-5BD6-8320-B6ECAC0A7838}"/>
              </a:ext>
            </a:extLst>
          </p:cNvPr>
          <p:cNvSpPr/>
          <p:nvPr/>
        </p:nvSpPr>
        <p:spPr>
          <a:xfrm>
            <a:off x="4835313" y="7052146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1F7A4D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Satın Al</a:t>
            </a:r>
          </a:p>
        </p:txBody>
      </p:sp>
      <p:sp>
        <p:nvSpPr>
          <p:cNvPr id="127" name="Dikdörtgen: Köşeleri Yuvarlatılmış 126">
            <a:extLst>
              <a:ext uri="{FF2B5EF4-FFF2-40B4-BE49-F238E27FC236}">
                <a16:creationId xmlns:a16="http://schemas.microsoft.com/office/drawing/2014/main" id="{96BA6719-B794-6BA8-F8EB-58CDF78C18A5}"/>
              </a:ext>
            </a:extLst>
          </p:cNvPr>
          <p:cNvSpPr/>
          <p:nvPr/>
        </p:nvSpPr>
        <p:spPr>
          <a:xfrm>
            <a:off x="348358" y="7646371"/>
            <a:ext cx="5734491" cy="2516400"/>
          </a:xfrm>
          <a:prstGeom prst="roundRect">
            <a:avLst>
              <a:gd name="adj" fmla="val 7304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 dirty="0"/>
          </a:p>
        </p:txBody>
      </p:sp>
      <p:sp>
        <p:nvSpPr>
          <p:cNvPr id="129" name="Metin kutusu 128">
            <a:extLst>
              <a:ext uri="{FF2B5EF4-FFF2-40B4-BE49-F238E27FC236}">
                <a16:creationId xmlns:a16="http://schemas.microsoft.com/office/drawing/2014/main" id="{A724470F-E11B-ADA2-CA99-92EE2CC24EE8}"/>
              </a:ext>
            </a:extLst>
          </p:cNvPr>
          <p:cNvSpPr txBox="1"/>
          <p:nvPr/>
        </p:nvSpPr>
        <p:spPr>
          <a:xfrm>
            <a:off x="3612587" y="7752099"/>
            <a:ext cx="218880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1400" dirty="0">
                <a:latin typeface="IBM Plex Sans" panose="020B0503050203000203" pitchFamily="34" charset="0"/>
              </a:rPr>
              <a:t>Kalite &amp; Ölçüm Seti</a:t>
            </a:r>
          </a:p>
        </p:txBody>
      </p:sp>
      <p:sp>
        <p:nvSpPr>
          <p:cNvPr id="130" name="Metin kutusu 129">
            <a:extLst>
              <a:ext uri="{FF2B5EF4-FFF2-40B4-BE49-F238E27FC236}">
                <a16:creationId xmlns:a16="http://schemas.microsoft.com/office/drawing/2014/main" id="{C359FBD6-E3C7-048B-B116-1981006B0253}"/>
              </a:ext>
            </a:extLst>
          </p:cNvPr>
          <p:cNvSpPr txBox="1"/>
          <p:nvPr/>
        </p:nvSpPr>
        <p:spPr>
          <a:xfrm>
            <a:off x="3612587" y="8494441"/>
            <a:ext cx="5357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Durum</a:t>
            </a:r>
          </a:p>
        </p:txBody>
      </p:sp>
      <p:sp>
        <p:nvSpPr>
          <p:cNvPr id="131" name="Metin kutusu 130">
            <a:extLst>
              <a:ext uri="{FF2B5EF4-FFF2-40B4-BE49-F238E27FC236}">
                <a16:creationId xmlns:a16="http://schemas.microsoft.com/office/drawing/2014/main" id="{9DDEFBCC-B544-48CF-7148-F3A4335B0088}"/>
              </a:ext>
            </a:extLst>
          </p:cNvPr>
          <p:cNvSpPr txBox="1"/>
          <p:nvPr/>
        </p:nvSpPr>
        <p:spPr>
          <a:xfrm>
            <a:off x="4880883" y="8115404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2FD17B"/>
                </a:solidFill>
                <a:latin typeface="IBM Plex Sans" panose="020B0503050203000203" pitchFamily="34" charset="0"/>
              </a:rPr>
              <a:t>$ 15.000</a:t>
            </a:r>
          </a:p>
        </p:txBody>
      </p:sp>
      <p:sp>
        <p:nvSpPr>
          <p:cNvPr id="132" name="Metin kutusu 131">
            <a:extLst>
              <a:ext uri="{FF2B5EF4-FFF2-40B4-BE49-F238E27FC236}">
                <a16:creationId xmlns:a16="http://schemas.microsoft.com/office/drawing/2014/main" id="{E9EE91BA-C984-3DCB-C8C7-BDF631B4A5E4}"/>
              </a:ext>
            </a:extLst>
          </p:cNvPr>
          <p:cNvSpPr txBox="1"/>
          <p:nvPr/>
        </p:nvSpPr>
        <p:spPr>
          <a:xfrm>
            <a:off x="3612587" y="8735123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33" name="Metin kutusu 132">
            <a:extLst>
              <a:ext uri="{FF2B5EF4-FFF2-40B4-BE49-F238E27FC236}">
                <a16:creationId xmlns:a16="http://schemas.microsoft.com/office/drawing/2014/main" id="{D7911385-92DD-8DA9-3BA2-CA33DE089FE9}"/>
              </a:ext>
            </a:extLst>
          </p:cNvPr>
          <p:cNvSpPr txBox="1"/>
          <p:nvPr/>
        </p:nvSpPr>
        <p:spPr>
          <a:xfrm>
            <a:off x="3612587" y="8975806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34" name="Metin kutusu 133">
            <a:extLst>
              <a:ext uri="{FF2B5EF4-FFF2-40B4-BE49-F238E27FC236}">
                <a16:creationId xmlns:a16="http://schemas.microsoft.com/office/drawing/2014/main" id="{9609A1CD-7444-3457-FCD6-A956CA4A3D80}"/>
              </a:ext>
            </a:extLst>
          </p:cNvPr>
          <p:cNvSpPr txBox="1"/>
          <p:nvPr/>
        </p:nvSpPr>
        <p:spPr>
          <a:xfrm>
            <a:off x="3612587" y="9216489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35" name="Metin kutusu 134">
            <a:extLst>
              <a:ext uri="{FF2B5EF4-FFF2-40B4-BE49-F238E27FC236}">
                <a16:creationId xmlns:a16="http://schemas.microsoft.com/office/drawing/2014/main" id="{562A937B-499A-E6F7-9883-5B0EF1579143}"/>
              </a:ext>
            </a:extLst>
          </p:cNvPr>
          <p:cNvSpPr txBox="1"/>
          <p:nvPr/>
        </p:nvSpPr>
        <p:spPr>
          <a:xfrm>
            <a:off x="3612587" y="8169265"/>
            <a:ext cx="49404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latin typeface="IBM Plex Sans" panose="020B0503050203000203" pitchFamily="34" charset="0"/>
              </a:rPr>
              <a:t>Fiyat</a:t>
            </a:r>
          </a:p>
        </p:txBody>
      </p:sp>
      <p:sp>
        <p:nvSpPr>
          <p:cNvPr id="136" name="Metin kutusu 135">
            <a:extLst>
              <a:ext uri="{FF2B5EF4-FFF2-40B4-BE49-F238E27FC236}">
                <a16:creationId xmlns:a16="http://schemas.microsoft.com/office/drawing/2014/main" id="{BB40EEBE-5EC3-FBAE-EE62-21951D062740}"/>
              </a:ext>
            </a:extLst>
          </p:cNvPr>
          <p:cNvSpPr txBox="1"/>
          <p:nvPr/>
        </p:nvSpPr>
        <p:spPr>
          <a:xfrm>
            <a:off x="5498040" y="8494441"/>
            <a:ext cx="41229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Yeni</a:t>
            </a:r>
          </a:p>
        </p:txBody>
      </p:sp>
      <p:sp>
        <p:nvSpPr>
          <p:cNvPr id="137" name="Metin kutusu 136">
            <a:extLst>
              <a:ext uri="{FF2B5EF4-FFF2-40B4-BE49-F238E27FC236}">
                <a16:creationId xmlns:a16="http://schemas.microsoft.com/office/drawing/2014/main" id="{87A19A56-CE0A-2CD0-9535-9FA8C8D06177}"/>
              </a:ext>
            </a:extLst>
          </p:cNvPr>
          <p:cNvSpPr txBox="1"/>
          <p:nvPr/>
        </p:nvSpPr>
        <p:spPr>
          <a:xfrm>
            <a:off x="5373005" y="8735123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38" name="Metin kutusu 137">
            <a:extLst>
              <a:ext uri="{FF2B5EF4-FFF2-40B4-BE49-F238E27FC236}">
                <a16:creationId xmlns:a16="http://schemas.microsoft.com/office/drawing/2014/main" id="{6A95780A-FAEB-F275-6334-CB6A70F7091D}"/>
              </a:ext>
            </a:extLst>
          </p:cNvPr>
          <p:cNvSpPr txBox="1"/>
          <p:nvPr/>
        </p:nvSpPr>
        <p:spPr>
          <a:xfrm>
            <a:off x="5373005" y="8975806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39" name="Metin kutusu 138">
            <a:extLst>
              <a:ext uri="{FF2B5EF4-FFF2-40B4-BE49-F238E27FC236}">
                <a16:creationId xmlns:a16="http://schemas.microsoft.com/office/drawing/2014/main" id="{0D12FFF3-F55E-523B-3D6D-8816BB4581D5}"/>
              </a:ext>
            </a:extLst>
          </p:cNvPr>
          <p:cNvSpPr txBox="1"/>
          <p:nvPr/>
        </p:nvSpPr>
        <p:spPr>
          <a:xfrm>
            <a:off x="5373005" y="9216489"/>
            <a:ext cx="53732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Özellik</a:t>
            </a:r>
          </a:p>
        </p:txBody>
      </p:sp>
      <p:sp>
        <p:nvSpPr>
          <p:cNvPr id="140" name="Dikdörtgen: Köşeleri Yuvarlatılmış 139">
            <a:extLst>
              <a:ext uri="{FF2B5EF4-FFF2-40B4-BE49-F238E27FC236}">
                <a16:creationId xmlns:a16="http://schemas.microsoft.com/office/drawing/2014/main" id="{D06311B5-A727-3997-A3F5-1F54370E77C1}"/>
              </a:ext>
            </a:extLst>
          </p:cNvPr>
          <p:cNvSpPr/>
          <p:nvPr/>
        </p:nvSpPr>
        <p:spPr>
          <a:xfrm>
            <a:off x="4835313" y="9678605"/>
            <a:ext cx="1159733" cy="374814"/>
          </a:xfrm>
          <a:prstGeom prst="roundRect">
            <a:avLst>
              <a:gd name="adj" fmla="val 22483"/>
            </a:avLst>
          </a:prstGeom>
          <a:solidFill>
            <a:srgbClr val="1F7A4D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r-TR" sz="1200" dirty="0">
                <a:latin typeface="IBM Plex Sans" panose="020B0503050203000203" pitchFamily="34" charset="0"/>
              </a:rPr>
              <a:t>Satın Al</a:t>
            </a:r>
          </a:p>
        </p:txBody>
      </p:sp>
      <p:pic>
        <p:nvPicPr>
          <p:cNvPr id="143" name="Resim 142">
            <a:extLst>
              <a:ext uri="{FF2B5EF4-FFF2-40B4-BE49-F238E27FC236}">
                <a16:creationId xmlns:a16="http://schemas.microsoft.com/office/drawing/2014/main" id="{32238C54-98B1-0CE4-4678-F5894B65E6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9" t="1795" r="14170" b="4581"/>
          <a:stretch>
            <a:fillRect/>
          </a:stretch>
        </p:blipFill>
        <p:spPr>
          <a:xfrm>
            <a:off x="467359" y="7759665"/>
            <a:ext cx="3103882" cy="2293754"/>
          </a:xfrm>
          <a:custGeom>
            <a:avLst/>
            <a:gdLst>
              <a:gd name="csX0" fmla="*/ 129640 w 3103882"/>
              <a:gd name="csY0" fmla="*/ 0 h 2293754"/>
              <a:gd name="csX1" fmla="*/ 2967056 w 3103882"/>
              <a:gd name="csY1" fmla="*/ 0 h 2293754"/>
              <a:gd name="csX2" fmla="*/ 3103882 w 3103882"/>
              <a:gd name="csY2" fmla="*/ 167536 h 2293754"/>
              <a:gd name="csX3" fmla="*/ 3103882 w 3103882"/>
              <a:gd name="csY3" fmla="*/ 2126219 h 2293754"/>
              <a:gd name="csX4" fmla="*/ 2967056 w 3103882"/>
              <a:gd name="csY4" fmla="*/ 2293754 h 2293754"/>
              <a:gd name="csX5" fmla="*/ 129640 w 3103882"/>
              <a:gd name="csY5" fmla="*/ 2293754 h 2293754"/>
              <a:gd name="csX6" fmla="*/ 3567 w 3103882"/>
              <a:gd name="csY6" fmla="*/ 2191431 h 2293754"/>
              <a:gd name="csX7" fmla="*/ 0 w 3103882"/>
              <a:gd name="csY7" fmla="*/ 2169800 h 2293754"/>
              <a:gd name="csX8" fmla="*/ 0 w 3103882"/>
              <a:gd name="csY8" fmla="*/ 123954 h 2293754"/>
              <a:gd name="csX9" fmla="*/ 3567 w 3103882"/>
              <a:gd name="csY9" fmla="*/ 102323 h 2293754"/>
              <a:gd name="csX10" fmla="*/ 129640 w 3103882"/>
              <a:gd name="csY10" fmla="*/ 0 h 22937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3103882" h="2293754">
                <a:moveTo>
                  <a:pt x="129640" y="0"/>
                </a:moveTo>
                <a:lnTo>
                  <a:pt x="2967056" y="0"/>
                </a:lnTo>
                <a:cubicBezTo>
                  <a:pt x="3042623" y="0"/>
                  <a:pt x="3103882" y="75008"/>
                  <a:pt x="3103882" y="167536"/>
                </a:cubicBezTo>
                <a:lnTo>
                  <a:pt x="3103882" y="2126219"/>
                </a:lnTo>
                <a:cubicBezTo>
                  <a:pt x="3103882" y="2218746"/>
                  <a:pt x="3042623" y="2293754"/>
                  <a:pt x="2967056" y="2293754"/>
                </a:cubicBezTo>
                <a:lnTo>
                  <a:pt x="129640" y="2293754"/>
                </a:lnTo>
                <a:cubicBezTo>
                  <a:pt x="72965" y="2293754"/>
                  <a:pt x="24338" y="2251562"/>
                  <a:pt x="3567" y="2191431"/>
                </a:cubicBezTo>
                <a:lnTo>
                  <a:pt x="0" y="2169800"/>
                </a:lnTo>
                <a:lnTo>
                  <a:pt x="0" y="123954"/>
                </a:lnTo>
                <a:lnTo>
                  <a:pt x="3567" y="102323"/>
                </a:lnTo>
                <a:cubicBezTo>
                  <a:pt x="24338" y="42192"/>
                  <a:pt x="72965" y="0"/>
                  <a:pt x="129640" y="0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1744421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68</TotalTime>
  <Words>97</Words>
  <Application>Microsoft Office PowerPoint</Application>
  <PresentationFormat>Geniş ekran</PresentationFormat>
  <Paragraphs>54</Paragraphs>
  <Slides>2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4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IBM Plex Sans</vt:lpstr>
      <vt:lpstr>Office Teması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Emrah ENGİN</dc:creator>
  <cp:lastModifiedBy>Emrah ENGİN</cp:lastModifiedBy>
  <cp:revision>3</cp:revision>
  <dcterms:created xsi:type="dcterms:W3CDTF">2026-10-06T14:32:25Z</dcterms:created>
  <dcterms:modified xsi:type="dcterms:W3CDTF">2026-10-07T13:46:25Z</dcterms:modified>
</cp:coreProperties>
</file>